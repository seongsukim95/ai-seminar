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37" r:id="rId1"/>
    <p:sldMasterId id="2147483949" r:id="rId2"/>
    <p:sldMasterId id="2147483961" r:id="rId3"/>
  </p:sldMasterIdLst>
  <p:notesMasterIdLst>
    <p:notesMasterId r:id="rId47"/>
  </p:notesMasterIdLst>
  <p:handoutMasterIdLst>
    <p:handoutMasterId r:id="rId48"/>
  </p:handoutMasterIdLst>
  <p:sldIdLst>
    <p:sldId id="789" r:id="rId4"/>
    <p:sldId id="821" r:id="rId5"/>
    <p:sldId id="747" r:id="rId6"/>
    <p:sldId id="748" r:id="rId7"/>
    <p:sldId id="749" r:id="rId8"/>
    <p:sldId id="750" r:id="rId9"/>
    <p:sldId id="752" r:id="rId10"/>
    <p:sldId id="753" r:id="rId11"/>
    <p:sldId id="754" r:id="rId12"/>
    <p:sldId id="755" r:id="rId13"/>
    <p:sldId id="756" r:id="rId14"/>
    <p:sldId id="757" r:id="rId15"/>
    <p:sldId id="758" r:id="rId16"/>
    <p:sldId id="759" r:id="rId17"/>
    <p:sldId id="760" r:id="rId18"/>
    <p:sldId id="761" r:id="rId19"/>
    <p:sldId id="763" r:id="rId20"/>
    <p:sldId id="764" r:id="rId21"/>
    <p:sldId id="765" r:id="rId22"/>
    <p:sldId id="766" r:id="rId23"/>
    <p:sldId id="767" r:id="rId24"/>
    <p:sldId id="795" r:id="rId25"/>
    <p:sldId id="800" r:id="rId26"/>
    <p:sldId id="801" r:id="rId27"/>
    <p:sldId id="802" r:id="rId28"/>
    <p:sldId id="803" r:id="rId29"/>
    <p:sldId id="805" r:id="rId30"/>
    <p:sldId id="807" r:id="rId31"/>
    <p:sldId id="808" r:id="rId32"/>
    <p:sldId id="814" r:id="rId33"/>
    <p:sldId id="809" r:id="rId34"/>
    <p:sldId id="810" r:id="rId35"/>
    <p:sldId id="813" r:id="rId36"/>
    <p:sldId id="787" r:id="rId37"/>
    <p:sldId id="745" r:id="rId38"/>
    <p:sldId id="812" r:id="rId39"/>
    <p:sldId id="816" r:id="rId40"/>
    <p:sldId id="815" r:id="rId41"/>
    <p:sldId id="817" r:id="rId42"/>
    <p:sldId id="820" r:id="rId43"/>
    <p:sldId id="818" r:id="rId44"/>
    <p:sldId id="786" r:id="rId45"/>
    <p:sldId id="785" r:id="rId46"/>
  </p:sldIdLst>
  <p:sldSz cx="9144000" cy="6858000" type="screen4x3"/>
  <p:notesSz cx="6807200" cy="9939338"/>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10" userDrawn="1">
          <p15:clr>
            <a:srgbClr val="A4A3A4"/>
          </p15:clr>
        </p15:guide>
        <p15:guide id="2" pos="204" userDrawn="1">
          <p15:clr>
            <a:srgbClr val="A4A3A4"/>
          </p15:clr>
        </p15:guide>
        <p15:guide id="3" orient="horz" pos="663" userDrawn="1">
          <p15:clr>
            <a:srgbClr val="A4A3A4"/>
          </p15:clr>
        </p15:guide>
      </p15:sldGuideLst>
    </p:ext>
    <p:ext uri="{2D200454-40CA-4A62-9FC3-DE9A4176ACB9}">
      <p15:notesGuideLst xmlns:p15="http://schemas.microsoft.com/office/powerpoint/2012/main">
        <p15:guide id="1" orient="horz" pos="3130" userDrawn="1">
          <p15:clr>
            <a:srgbClr val="A4A3A4"/>
          </p15:clr>
        </p15:guide>
        <p15:guide id="2" pos="2144"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김성수" initials="김" lastIdx="12" clrIdx="0">
    <p:extLst>
      <p:ext uri="{19B8F6BF-5375-455C-9EA6-DF929625EA0E}">
        <p15:presenceInfo xmlns:p15="http://schemas.microsoft.com/office/powerpoint/2012/main" userId="김성수"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FF"/>
    <a:srgbClr val="F2BF2E"/>
    <a:srgbClr val="F8E19F"/>
    <a:srgbClr val="FFC6FA"/>
    <a:srgbClr val="00FF00"/>
    <a:srgbClr val="66DE6D"/>
    <a:srgbClr val="94D2FF"/>
    <a:srgbClr val="9BDBFF"/>
    <a:srgbClr val="FFFFB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CAF9ED-07DC-4A11-8D7F-57B35C25682E}" styleName="보통 스타일 1 - 강조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0A1B5D5-9B99-4C35-A422-299274C87663}" styleName="보통 스타일 1 - 강조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FECB4D8-DB02-4DC6-A0A2-4F2EBAE1DC90}" styleName="보통 스타일 1 - 강조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보통 스타일 1 - 강조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3296810-A885-4BE3-A3E7-6D5BEEA58F35}" styleName="보통 스타일 2 - 강조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2833802-FEF1-4C79-8D5D-14CF1EAF98D9}" styleName="밝은 스타일 2 - 강조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38" autoAdjust="0"/>
    <p:restoredTop sz="90326" autoAdjust="0"/>
  </p:normalViewPr>
  <p:slideViewPr>
    <p:cSldViewPr>
      <p:cViewPr varScale="1">
        <p:scale>
          <a:sx n="120" d="100"/>
          <a:sy n="120" d="100"/>
        </p:scale>
        <p:origin x="1400" y="176"/>
      </p:cViewPr>
      <p:guideLst>
        <p:guide orient="horz" pos="4110"/>
        <p:guide pos="204"/>
        <p:guide orient="horz" pos="663"/>
      </p:guideLst>
    </p:cSldViewPr>
  </p:slideViewPr>
  <p:notesTextViewPr>
    <p:cViewPr>
      <p:scale>
        <a:sx n="3" d="2"/>
        <a:sy n="3" d="2"/>
      </p:scale>
      <p:origin x="0" y="0"/>
    </p:cViewPr>
  </p:notesTextViewPr>
  <p:notesViewPr>
    <p:cSldViewPr>
      <p:cViewPr varScale="1">
        <p:scale>
          <a:sx n="53" d="100"/>
          <a:sy n="53" d="100"/>
        </p:scale>
        <p:origin x="3150" y="90"/>
      </p:cViewPr>
      <p:guideLst>
        <p:guide orient="horz" pos="3130"/>
        <p:guide pos="214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notesMaster" Target="notesMasters/notesMaster1.xml"/><Relationship Id="rId50" Type="http://schemas.openxmlformats.org/officeDocument/2006/relationships/presProps" Target="pres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tableStyles" Target="tableStyles.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handoutMaster" Target="handoutMasters/handoutMaster1.xml"/><Relationship Id="rId8" Type="http://schemas.openxmlformats.org/officeDocument/2006/relationships/slide" Target="slides/slide5.xml"/><Relationship Id="rId51"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50529" cy="497524"/>
          </a:xfrm>
          <a:prstGeom prst="rect">
            <a:avLst/>
          </a:prstGeom>
        </p:spPr>
        <p:txBody>
          <a:bodyPr vert="horz" lIns="91559" tIns="45779" rIns="91559" bIns="45779" rtlCol="0"/>
          <a:lstStyle>
            <a:lvl1pPr algn="l">
              <a:defRPr sz="1200"/>
            </a:lvl1pPr>
          </a:lstStyle>
          <a:p>
            <a:endParaRPr lang="ko-KR" altLang="en-US"/>
          </a:p>
        </p:txBody>
      </p:sp>
      <p:sp>
        <p:nvSpPr>
          <p:cNvPr id="3" name="날짜 개체 틀 2"/>
          <p:cNvSpPr>
            <a:spLocks noGrp="1"/>
          </p:cNvSpPr>
          <p:nvPr>
            <p:ph type="dt" sz="quarter" idx="1"/>
          </p:nvPr>
        </p:nvSpPr>
        <p:spPr>
          <a:xfrm>
            <a:off x="3855082" y="0"/>
            <a:ext cx="2950529" cy="497524"/>
          </a:xfrm>
          <a:prstGeom prst="rect">
            <a:avLst/>
          </a:prstGeom>
        </p:spPr>
        <p:txBody>
          <a:bodyPr vert="horz" lIns="91559" tIns="45779" rIns="91559" bIns="45779" rtlCol="0"/>
          <a:lstStyle>
            <a:lvl1pPr algn="r">
              <a:defRPr sz="1200"/>
            </a:lvl1pPr>
          </a:lstStyle>
          <a:p>
            <a:fld id="{861F69D2-8CE0-4C6E-8DB3-ACD65E30B05D}" type="datetimeFigureOut">
              <a:rPr lang="ko-KR" altLang="en-US" smtClean="0"/>
              <a:pPr/>
              <a:t>2026. 4. 29.</a:t>
            </a:fld>
            <a:endParaRPr lang="ko-KR" altLang="en-US"/>
          </a:p>
        </p:txBody>
      </p:sp>
      <p:sp>
        <p:nvSpPr>
          <p:cNvPr id="4" name="바닥글 개체 틀 3"/>
          <p:cNvSpPr>
            <a:spLocks noGrp="1"/>
          </p:cNvSpPr>
          <p:nvPr>
            <p:ph type="ftr" sz="quarter" idx="2"/>
          </p:nvPr>
        </p:nvSpPr>
        <p:spPr>
          <a:xfrm>
            <a:off x="0" y="9440226"/>
            <a:ext cx="2950529" cy="497523"/>
          </a:xfrm>
          <a:prstGeom prst="rect">
            <a:avLst/>
          </a:prstGeom>
        </p:spPr>
        <p:txBody>
          <a:bodyPr vert="horz" lIns="91559" tIns="45779" rIns="91559" bIns="45779" rtlCol="0" anchor="b"/>
          <a:lstStyle>
            <a:lvl1pPr algn="l">
              <a:defRPr sz="1200"/>
            </a:lvl1pPr>
          </a:lstStyle>
          <a:p>
            <a:endParaRPr lang="ko-KR" altLang="en-US"/>
          </a:p>
        </p:txBody>
      </p:sp>
      <p:sp>
        <p:nvSpPr>
          <p:cNvPr id="5" name="슬라이드 번호 개체 틀 4"/>
          <p:cNvSpPr>
            <a:spLocks noGrp="1"/>
          </p:cNvSpPr>
          <p:nvPr>
            <p:ph type="sldNum" sz="quarter" idx="3"/>
          </p:nvPr>
        </p:nvSpPr>
        <p:spPr>
          <a:xfrm>
            <a:off x="3855082" y="9440226"/>
            <a:ext cx="2950529" cy="497523"/>
          </a:xfrm>
          <a:prstGeom prst="rect">
            <a:avLst/>
          </a:prstGeom>
        </p:spPr>
        <p:txBody>
          <a:bodyPr vert="horz" lIns="91559" tIns="45779" rIns="91559" bIns="45779" rtlCol="0" anchor="b"/>
          <a:lstStyle>
            <a:lvl1pPr algn="r">
              <a:defRPr sz="1200"/>
            </a:lvl1pPr>
          </a:lstStyle>
          <a:p>
            <a:fld id="{1CE72E39-7384-463A-B5EF-92ADD4E10344}" type="slidenum">
              <a:rPr lang="ko-KR" altLang="en-US" smtClean="0"/>
              <a:pPr/>
              <a:t>‹#›</a:t>
            </a:fld>
            <a:endParaRPr lang="ko-KR" altLang="en-US"/>
          </a:p>
        </p:txBody>
      </p:sp>
    </p:spTree>
    <p:extLst>
      <p:ext uri="{BB962C8B-B14F-4D97-AF65-F5344CB8AC3E}">
        <p14:creationId xmlns:p14="http://schemas.microsoft.com/office/powerpoint/2010/main" val="25490220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0"/>
            <a:ext cx="2949786" cy="496967"/>
          </a:xfrm>
          <a:prstGeom prst="rect">
            <a:avLst/>
          </a:prstGeom>
        </p:spPr>
        <p:txBody>
          <a:bodyPr vert="horz" lIns="91559" tIns="45779" rIns="91559" bIns="45779" rtlCol="0"/>
          <a:lstStyle>
            <a:lvl1pPr algn="l">
              <a:defRPr sz="1200"/>
            </a:lvl1pPr>
          </a:lstStyle>
          <a:p>
            <a:endParaRPr lang="ko-KR" altLang="en-US"/>
          </a:p>
        </p:txBody>
      </p:sp>
      <p:sp>
        <p:nvSpPr>
          <p:cNvPr id="3" name="날짜 개체 틀 2"/>
          <p:cNvSpPr>
            <a:spLocks noGrp="1"/>
          </p:cNvSpPr>
          <p:nvPr>
            <p:ph type="dt" idx="1"/>
          </p:nvPr>
        </p:nvSpPr>
        <p:spPr>
          <a:xfrm>
            <a:off x="3855839" y="0"/>
            <a:ext cx="2949786" cy="496967"/>
          </a:xfrm>
          <a:prstGeom prst="rect">
            <a:avLst/>
          </a:prstGeom>
        </p:spPr>
        <p:txBody>
          <a:bodyPr vert="horz" lIns="91559" tIns="45779" rIns="91559" bIns="45779" rtlCol="0"/>
          <a:lstStyle>
            <a:lvl1pPr algn="r">
              <a:defRPr sz="1200"/>
            </a:lvl1pPr>
          </a:lstStyle>
          <a:p>
            <a:fld id="{EC9AA8DD-E74B-47F5-8643-4210994195A7}" type="datetimeFigureOut">
              <a:rPr lang="ko-KR" altLang="en-US" smtClean="0"/>
              <a:pPr/>
              <a:t>2026. 4. 29.</a:t>
            </a:fld>
            <a:endParaRPr lang="ko-KR" altLang="en-US"/>
          </a:p>
        </p:txBody>
      </p:sp>
      <p:sp>
        <p:nvSpPr>
          <p:cNvPr id="4" name="슬라이드 이미지 개체 틀 3"/>
          <p:cNvSpPr>
            <a:spLocks noGrp="1" noRot="1" noChangeAspect="1"/>
          </p:cNvSpPr>
          <p:nvPr>
            <p:ph type="sldImg" idx="2"/>
          </p:nvPr>
        </p:nvSpPr>
        <p:spPr>
          <a:xfrm>
            <a:off x="919163" y="746125"/>
            <a:ext cx="4968875" cy="3727450"/>
          </a:xfrm>
          <a:prstGeom prst="rect">
            <a:avLst/>
          </a:prstGeom>
          <a:noFill/>
          <a:ln w="12700">
            <a:solidFill>
              <a:prstClr val="black"/>
            </a:solidFill>
          </a:ln>
        </p:spPr>
        <p:txBody>
          <a:bodyPr vert="horz" lIns="91559" tIns="45779" rIns="91559" bIns="45779" rtlCol="0" anchor="ctr"/>
          <a:lstStyle/>
          <a:p>
            <a:endParaRPr lang="ko-KR" altLang="en-US"/>
          </a:p>
        </p:txBody>
      </p:sp>
      <p:sp>
        <p:nvSpPr>
          <p:cNvPr id="5" name="슬라이드 노트 개체 틀 4"/>
          <p:cNvSpPr>
            <a:spLocks noGrp="1"/>
          </p:cNvSpPr>
          <p:nvPr>
            <p:ph type="body" sz="quarter" idx="3"/>
          </p:nvPr>
        </p:nvSpPr>
        <p:spPr>
          <a:xfrm>
            <a:off x="680721" y="4721186"/>
            <a:ext cx="5445760" cy="4472702"/>
          </a:xfrm>
          <a:prstGeom prst="rect">
            <a:avLst/>
          </a:prstGeom>
        </p:spPr>
        <p:txBody>
          <a:bodyPr vert="horz" lIns="91559" tIns="45779" rIns="91559" bIns="45779"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1" y="9440646"/>
            <a:ext cx="2949786" cy="496967"/>
          </a:xfrm>
          <a:prstGeom prst="rect">
            <a:avLst/>
          </a:prstGeom>
        </p:spPr>
        <p:txBody>
          <a:bodyPr vert="horz" lIns="91559" tIns="45779" rIns="91559" bIns="45779"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55839" y="9440646"/>
            <a:ext cx="2949786" cy="496967"/>
          </a:xfrm>
          <a:prstGeom prst="rect">
            <a:avLst/>
          </a:prstGeom>
        </p:spPr>
        <p:txBody>
          <a:bodyPr vert="horz" lIns="91559" tIns="45779" rIns="91559" bIns="45779" rtlCol="0" anchor="b"/>
          <a:lstStyle>
            <a:lvl1pPr algn="r">
              <a:defRPr sz="1200"/>
            </a:lvl1pPr>
          </a:lstStyle>
          <a:p>
            <a:fld id="{C2806301-C457-4B7B-B8E2-72DF713E3539}" type="slidenum">
              <a:rPr lang="ko-KR" altLang="en-US" smtClean="0"/>
              <a:pPr/>
              <a:t>‹#›</a:t>
            </a:fld>
            <a:endParaRPr lang="ko-KR" altLang="en-US"/>
          </a:p>
        </p:txBody>
      </p:sp>
    </p:spTree>
    <p:extLst>
      <p:ext uri="{BB962C8B-B14F-4D97-AF65-F5344CB8AC3E}">
        <p14:creationId xmlns:p14="http://schemas.microsoft.com/office/powerpoint/2010/main" val="352725553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B8B34210-3679-4A77-987D-EE6BAA1EC921}"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1</a:t>
            </a:fld>
            <a:endParaRPr kumimoji="0" lang="ko-KR" altLang="en-US" sz="12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21289416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B8B34210-3679-4A77-987D-EE6BAA1EC921}"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2</a:t>
            </a:fld>
            <a:endParaRPr kumimoji="0" lang="ko-KR" altLang="en-US" sz="12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2074342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B8B34210-3679-4A77-987D-EE6BAA1EC921}"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3</a:t>
            </a:fld>
            <a:endParaRPr kumimoji="0" lang="ko-KR" altLang="en-US" sz="12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21287503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B8B34210-3679-4A77-987D-EE6BAA1EC921}"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4</a:t>
            </a:fld>
            <a:endParaRPr kumimoji="0" lang="ko-KR" altLang="en-US" sz="12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13846472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B8B34210-3679-4A77-987D-EE6BAA1EC921}"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5</a:t>
            </a:fld>
            <a:endParaRPr kumimoji="0" lang="ko-KR" altLang="en-US" sz="12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41893645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B8B34210-3679-4A77-987D-EE6BAA1EC921}"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6</a:t>
            </a:fld>
            <a:endParaRPr kumimoji="0" lang="ko-KR" altLang="en-US" sz="12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36060766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B8B34210-3679-4A77-987D-EE6BAA1EC921}"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7</a:t>
            </a:fld>
            <a:endParaRPr kumimoji="0" lang="ko-KR" altLang="en-US" sz="12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34975658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B8B34210-3679-4A77-987D-EE6BAA1EC921}"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8</a:t>
            </a:fld>
            <a:endParaRPr kumimoji="0" lang="ko-KR" altLang="en-US" sz="12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35034744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B8B34210-3679-4A77-987D-EE6BAA1EC921}"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9</a:t>
            </a:fld>
            <a:endParaRPr kumimoji="0" lang="ko-KR" altLang="en-US" sz="12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16401794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B8B34210-3679-4A77-987D-EE6BAA1EC921}"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10</a:t>
            </a:fld>
            <a:endParaRPr kumimoji="0" lang="ko-KR" altLang="en-US" sz="12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26574948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B8B34210-3679-4A77-987D-EE6BAA1EC921}"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11</a:t>
            </a:fld>
            <a:endParaRPr kumimoji="0" lang="ko-KR" altLang="en-US" sz="12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3779161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B8B34210-3679-4A77-987D-EE6BAA1EC921}"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12</a:t>
            </a:fld>
            <a:endParaRPr kumimoji="0" lang="ko-KR" altLang="en-US" sz="12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23394336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B8B34210-3679-4A77-987D-EE6BAA1EC921}"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13</a:t>
            </a:fld>
            <a:endParaRPr kumimoji="0" lang="ko-KR" altLang="en-US" sz="12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21476238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B8B34210-3679-4A77-987D-EE6BAA1EC921}"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14</a:t>
            </a:fld>
            <a:endParaRPr kumimoji="0" lang="ko-KR" altLang="en-US" sz="12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17403032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B8B34210-3679-4A77-987D-EE6BAA1EC921}"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15</a:t>
            </a:fld>
            <a:endParaRPr kumimoji="0" lang="ko-KR" altLang="en-US" sz="12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16071571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B8B34210-3679-4A77-987D-EE6BAA1EC921}"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16</a:t>
            </a:fld>
            <a:endParaRPr kumimoji="0" lang="ko-KR" altLang="en-US" sz="12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31842743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B8B34210-3679-4A77-987D-EE6BAA1EC921}"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17</a:t>
            </a:fld>
            <a:endParaRPr kumimoji="0" lang="ko-KR" altLang="en-US" sz="12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41467812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B8B34210-3679-4A77-987D-EE6BAA1EC921}"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18</a:t>
            </a:fld>
            <a:endParaRPr kumimoji="0" lang="ko-KR" altLang="en-US" sz="12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27711347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B8B34210-3679-4A77-987D-EE6BAA1EC921}"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19</a:t>
            </a:fld>
            <a:endParaRPr kumimoji="0" lang="ko-KR" altLang="en-US" sz="12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37307454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B8B34210-3679-4A77-987D-EE6BAA1EC921}"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20</a:t>
            </a:fld>
            <a:endParaRPr kumimoji="0" lang="ko-KR" altLang="en-US" sz="12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25916430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B8B34210-3679-4A77-987D-EE6BAA1EC921}"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21</a:t>
            </a:fld>
            <a:endParaRPr kumimoji="0" lang="ko-KR" altLang="en-US" sz="12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4544808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B8B34210-3679-4A77-987D-EE6BAA1EC921}"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22</a:t>
            </a:fld>
            <a:endParaRPr kumimoji="0" lang="ko-KR" altLang="en-US" sz="12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4786178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B8B34210-3679-4A77-987D-EE6BAA1EC921}"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23</a:t>
            </a:fld>
            <a:endParaRPr kumimoji="0" lang="ko-KR" altLang="en-US" sz="12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31224423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B8B34210-3679-4A77-987D-EE6BAA1EC921}"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24</a:t>
            </a:fld>
            <a:endParaRPr kumimoji="0" lang="ko-KR" altLang="en-US" sz="12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23385329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B8B34210-3679-4A77-987D-EE6BAA1EC921}"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25</a:t>
            </a:fld>
            <a:endParaRPr kumimoji="0" lang="ko-KR" altLang="en-US" sz="12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4607879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B8B34210-3679-4A77-987D-EE6BAA1EC921}"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26</a:t>
            </a:fld>
            <a:endParaRPr kumimoji="0" lang="ko-KR" altLang="en-US" sz="12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33440737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B8B34210-3679-4A77-987D-EE6BAA1EC921}"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27</a:t>
            </a:fld>
            <a:endParaRPr kumimoji="0" lang="ko-KR" altLang="en-US" sz="12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14381455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B8B34210-3679-4A77-987D-EE6BAA1EC921}"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28</a:t>
            </a:fld>
            <a:endParaRPr kumimoji="0" lang="ko-KR" altLang="en-US" sz="12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24653830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B8B34210-3679-4A77-987D-EE6BAA1EC921}"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29</a:t>
            </a:fld>
            <a:endParaRPr kumimoji="0" lang="ko-KR" altLang="en-US" sz="12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42942279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B8B34210-3679-4A77-987D-EE6BAA1EC921}"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30</a:t>
            </a:fld>
            <a:endParaRPr kumimoji="0" lang="ko-KR" altLang="en-US" sz="12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118633020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B8B34210-3679-4A77-987D-EE6BAA1EC921}"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31</a:t>
            </a:fld>
            <a:endParaRPr kumimoji="0" lang="ko-KR" altLang="en-US" sz="12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401318614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B8B34210-3679-4A77-987D-EE6BAA1EC921}"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32</a:t>
            </a:fld>
            <a:endParaRPr kumimoji="0" lang="ko-KR" altLang="en-US" sz="12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195409627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B8B34210-3679-4A77-987D-EE6BAA1EC921}"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33</a:t>
            </a:fld>
            <a:endParaRPr kumimoji="0" lang="ko-KR" altLang="en-US" sz="12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80654781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B8B34210-3679-4A77-987D-EE6BAA1EC921}"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34</a:t>
            </a:fld>
            <a:endParaRPr kumimoji="0" lang="ko-KR" altLang="en-US" sz="12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21298061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B8B34210-3679-4A77-987D-EE6BAA1EC921}"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35</a:t>
            </a:fld>
            <a:endParaRPr kumimoji="0" lang="ko-KR" altLang="en-US" sz="12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20743426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B8B34210-3679-4A77-987D-EE6BAA1EC921}"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36</a:t>
            </a:fld>
            <a:endParaRPr kumimoji="0" lang="ko-KR" altLang="en-US" sz="12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226722523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B8B34210-3679-4A77-987D-EE6BAA1EC921}"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37</a:t>
            </a:fld>
            <a:endParaRPr kumimoji="0" lang="ko-KR" altLang="en-US" sz="12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62164456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B8B34210-3679-4A77-987D-EE6BAA1EC921}"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38</a:t>
            </a:fld>
            <a:endParaRPr kumimoji="0" lang="ko-KR" altLang="en-US" sz="12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172567204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B8B34210-3679-4A77-987D-EE6BAA1EC921}"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39</a:t>
            </a:fld>
            <a:endParaRPr kumimoji="0" lang="ko-KR" altLang="en-US" sz="12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116082144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B8B34210-3679-4A77-987D-EE6BAA1EC921}"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40</a:t>
            </a:fld>
            <a:endParaRPr kumimoji="0" lang="ko-KR" altLang="en-US" sz="12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254310553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B8B34210-3679-4A77-987D-EE6BAA1EC921}"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41</a:t>
            </a:fld>
            <a:endParaRPr kumimoji="0" lang="ko-KR" altLang="en-US" sz="12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279893012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B8B34210-3679-4A77-987D-EE6BAA1EC921}"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42</a:t>
            </a:fld>
            <a:endParaRPr kumimoji="0" lang="ko-KR" altLang="en-US" sz="12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166568089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B8B34210-3679-4A77-987D-EE6BAA1EC921}"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43</a:t>
            </a:fld>
            <a:endParaRPr kumimoji="0" lang="ko-KR" altLang="en-US" sz="12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24707482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제목 슬라이드">
    <p:spTree>
      <p:nvGrpSpPr>
        <p:cNvPr id="1" name=""/>
        <p:cNvGrpSpPr/>
        <p:nvPr/>
      </p:nvGrpSpPr>
      <p:grpSpPr>
        <a:xfrm>
          <a:off x="0" y="0"/>
          <a:ext cx="0" cy="0"/>
          <a:chOff x="0" y="0"/>
          <a:chExt cx="0" cy="0"/>
        </a:xfrm>
      </p:grpSpPr>
      <p:sp>
        <p:nvSpPr>
          <p:cNvPr id="7" name="직선 연결선 6"/>
          <p:cNvSpPr>
            <a:spLocks noChangeShapeType="1"/>
          </p:cNvSpPr>
          <p:nvPr/>
        </p:nvSpPr>
        <p:spPr bwMode="auto">
          <a:xfrm>
            <a:off x="514350" y="5349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9" name="제목 28"/>
          <p:cNvSpPr>
            <a:spLocks noGrp="1"/>
          </p:cNvSpPr>
          <p:nvPr>
            <p:ph type="ctrTitle"/>
          </p:nvPr>
        </p:nvSpPr>
        <p:spPr>
          <a:xfrm>
            <a:off x="381000" y="4853411"/>
            <a:ext cx="8458200" cy="1222375"/>
          </a:xfrm>
        </p:spPr>
        <p:txBody>
          <a:bodyPr anchor="t"/>
          <a:lstStyle>
            <a:lvl1pPr>
              <a:defRPr cap="none" baseline="0"/>
            </a:lvl1pPr>
          </a:lstStyle>
          <a:p>
            <a:r>
              <a:rPr kumimoji="0" lang="ko-KR" altLang="en-US" dirty="0"/>
              <a:t>마스터 제목 스타일 편집</a:t>
            </a:r>
            <a:endParaRPr kumimoji="0" lang="en-US" dirty="0"/>
          </a:p>
        </p:txBody>
      </p:sp>
      <p:sp>
        <p:nvSpPr>
          <p:cNvPr id="9" name="부제목 8"/>
          <p:cNvSpPr>
            <a:spLocks noGrp="1"/>
          </p:cNvSpPr>
          <p:nvPr>
            <p:ph type="subTitle" idx="1" hasCustomPrompt="1"/>
          </p:nvPr>
        </p:nvSpPr>
        <p:spPr>
          <a:xfrm>
            <a:off x="381000" y="3886200"/>
            <a:ext cx="8458200" cy="914400"/>
          </a:xfrm>
          <a:prstGeom prst="rect">
            <a:avLst/>
          </a:prstGeom>
        </p:spPr>
        <p:txBody>
          <a:bodyPr anchor="b"/>
          <a:lstStyle>
            <a:lvl1pPr marL="0" indent="0" algn="l">
              <a:buNone/>
              <a:defRPr sz="2400">
                <a:solidFill>
                  <a:schemeClr val="tx2">
                    <a:shade val="75000"/>
                  </a:schemeClr>
                </a:solidFill>
                <a:latin typeface="Times New Roman" panose="02020603050405020304" pitchFamily="18" charset="0"/>
                <a:cs typeface="Times New Roman" panose="02020603050405020304" pitchFamily="18"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ko-KR" altLang="en-US" dirty="0"/>
              <a:t>마스터 부제목 스타일 편집</a:t>
            </a:r>
            <a:endParaRPr kumimoji="0" lang="en-US" dirty="0"/>
          </a:p>
        </p:txBody>
      </p:sp>
      <p:sp>
        <p:nvSpPr>
          <p:cNvPr id="16" name="날짜 개체 틀 15"/>
          <p:cNvSpPr>
            <a:spLocks noGrp="1"/>
          </p:cNvSpPr>
          <p:nvPr>
            <p:ph type="dt" sz="half" idx="10"/>
          </p:nvPr>
        </p:nvSpPr>
        <p:spPr>
          <a:xfrm>
            <a:off x="142844" y="6429396"/>
            <a:ext cx="2514600" cy="288925"/>
          </a:xfrm>
          <a:prstGeom prst="rect">
            <a:avLst/>
          </a:prstGeom>
        </p:spPr>
        <p:txBody>
          <a:bodyPr/>
          <a:lstStyle/>
          <a:p>
            <a:fld id="{B632950A-F512-41A3-8F79-6A271EB6ACD6}" type="datetime1">
              <a:rPr lang="ko-KR" altLang="en-US" smtClean="0"/>
              <a:pPr/>
              <a:t>2026. 4. 29.</a:t>
            </a:fld>
            <a:endParaRPr lang="ko-KR" altLang="en-US"/>
          </a:p>
        </p:txBody>
      </p:sp>
      <p:sp>
        <p:nvSpPr>
          <p:cNvPr id="2" name="바닥글 개체 틀 1"/>
          <p:cNvSpPr>
            <a:spLocks noGrp="1"/>
          </p:cNvSpPr>
          <p:nvPr>
            <p:ph type="ftr" sz="quarter" idx="11"/>
          </p:nvPr>
        </p:nvSpPr>
        <p:spPr>
          <a:xfrm>
            <a:off x="2892928" y="6429396"/>
            <a:ext cx="3352800" cy="288925"/>
          </a:xfrm>
        </p:spPr>
        <p:txBody>
          <a:bodyPr/>
          <a:lstStyle>
            <a:lvl1pPr algn="ctr">
              <a:defRPr/>
            </a:lvl1pPr>
          </a:lstStyle>
          <a:p>
            <a:r>
              <a:rPr lang="en-US" altLang="ko-KR" dirty="0"/>
              <a:t>Man Machine Interface Lab.</a:t>
            </a:r>
            <a:endParaRPr lang="ko-KR" altLang="en-US" dirty="0"/>
          </a:p>
        </p:txBody>
      </p:sp>
      <p:sp>
        <p:nvSpPr>
          <p:cNvPr id="15" name="슬라이드 번호 개체 틀 14"/>
          <p:cNvSpPr>
            <a:spLocks noGrp="1"/>
          </p:cNvSpPr>
          <p:nvPr>
            <p:ph type="sldNum" sz="quarter" idx="12"/>
          </p:nvPr>
        </p:nvSpPr>
        <p:spPr>
          <a:xfrm>
            <a:off x="8229600" y="6473952"/>
            <a:ext cx="758952" cy="246888"/>
          </a:xfrm>
        </p:spPr>
        <p:txBody>
          <a:bodyPr/>
          <a:lstStyle/>
          <a:p>
            <a:fld id="{4BEDD84E-25D4-4983-8AA1-2863C96F08D9}" type="slidenum">
              <a:rPr lang="ko-KR" altLang="en-US" smtClean="0"/>
              <a:pPr/>
              <a:t>‹#›</a:t>
            </a:fld>
            <a:endParaRPr lang="ko-KR" altLang="en-US"/>
          </a:p>
        </p:txBody>
      </p:sp>
    </p:spTree>
    <p:extLst>
      <p:ext uri="{BB962C8B-B14F-4D97-AF65-F5344CB8AC3E}">
        <p14:creationId xmlns:p14="http://schemas.microsoft.com/office/powerpoint/2010/main" val="20315487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제목 및 내용">
    <p:spTree>
      <p:nvGrpSpPr>
        <p:cNvPr id="1" name=""/>
        <p:cNvGrpSpPr/>
        <p:nvPr/>
      </p:nvGrpSpPr>
      <p:grpSpPr>
        <a:xfrm>
          <a:off x="0" y="0"/>
          <a:ext cx="0" cy="0"/>
          <a:chOff x="0" y="0"/>
          <a:chExt cx="0" cy="0"/>
        </a:xfrm>
      </p:grpSpPr>
      <p:sp>
        <p:nvSpPr>
          <p:cNvPr id="25" name="날짜 개체 틀 24"/>
          <p:cNvSpPr>
            <a:spLocks noGrp="1"/>
          </p:cNvSpPr>
          <p:nvPr>
            <p:ph type="dt" sz="half" idx="10"/>
          </p:nvPr>
        </p:nvSpPr>
        <p:spPr>
          <a:xfrm>
            <a:off x="128574" y="6429396"/>
            <a:ext cx="2514600" cy="288925"/>
          </a:xfrm>
          <a:prstGeom prst="rect">
            <a:avLst/>
          </a:prstGeom>
        </p:spPr>
        <p:txBody>
          <a:bodyPr/>
          <a:lstStyle/>
          <a:p>
            <a:fld id="{B83A37B9-9A4C-4C5A-AFE9-A9DA1B215BD5}" type="datetime1">
              <a:rPr lang="ko-KR" altLang="en-US" smtClean="0"/>
              <a:pPr/>
              <a:t>2026. 4. 29.</a:t>
            </a:fld>
            <a:endParaRPr lang="ko-KR" altLang="en-US" dirty="0"/>
          </a:p>
        </p:txBody>
      </p:sp>
      <p:sp>
        <p:nvSpPr>
          <p:cNvPr id="19" name="바닥글 개체 틀 18"/>
          <p:cNvSpPr>
            <a:spLocks noGrp="1"/>
          </p:cNvSpPr>
          <p:nvPr>
            <p:ph type="ftr" sz="quarter" idx="11"/>
          </p:nvPr>
        </p:nvSpPr>
        <p:spPr>
          <a:xfrm>
            <a:off x="3121418" y="6429396"/>
            <a:ext cx="2895600" cy="288925"/>
          </a:xfrm>
        </p:spPr>
        <p:txBody>
          <a:bodyPr/>
          <a:lstStyle>
            <a:lvl1pPr algn="ctr">
              <a:defRPr/>
            </a:lvl1pPr>
          </a:lstStyle>
          <a:p>
            <a:r>
              <a:rPr lang="en-US" altLang="ko-KR" dirty="0"/>
              <a:t>Man Machine Interface Lab.</a:t>
            </a:r>
            <a:endParaRPr lang="ko-KR" altLang="en-US" dirty="0"/>
          </a:p>
        </p:txBody>
      </p:sp>
      <p:sp>
        <p:nvSpPr>
          <p:cNvPr id="16" name="슬라이드 번호 개체 틀 15"/>
          <p:cNvSpPr>
            <a:spLocks noGrp="1"/>
          </p:cNvSpPr>
          <p:nvPr>
            <p:ph type="sldNum" sz="quarter" idx="12"/>
          </p:nvPr>
        </p:nvSpPr>
        <p:spPr>
          <a:xfrm>
            <a:off x="8229600" y="6473952"/>
            <a:ext cx="758952" cy="246888"/>
          </a:xfrm>
        </p:spPr>
        <p:txBody>
          <a:bodyPr/>
          <a:lstStyle/>
          <a:p>
            <a:fld id="{4BEDD84E-25D4-4983-8AA1-2863C96F08D9}" type="slidenum">
              <a:rPr lang="ko-KR" altLang="en-US" smtClean="0"/>
              <a:pPr/>
              <a:t>‹#›</a:t>
            </a:fld>
            <a:endParaRPr lang="ko-KR" altLang="en-US"/>
          </a:p>
        </p:txBody>
      </p:sp>
      <p:sp>
        <p:nvSpPr>
          <p:cNvPr id="11" name="직선 연결선 10">
            <a:extLst>
              <a:ext uri="{FF2B5EF4-FFF2-40B4-BE49-F238E27FC236}">
                <a16:creationId xmlns:a16="http://schemas.microsoft.com/office/drawing/2014/main" id="{393D0CFD-D247-4081-AA70-2E4CF49E7B59}"/>
              </a:ext>
            </a:extLst>
          </p:cNvPr>
          <p:cNvSpPr>
            <a:spLocks noChangeShapeType="1"/>
          </p:cNvSpPr>
          <p:nvPr userDrawn="1"/>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제목 개체 틀 9">
            <a:extLst>
              <a:ext uri="{FF2B5EF4-FFF2-40B4-BE49-F238E27FC236}">
                <a16:creationId xmlns:a16="http://schemas.microsoft.com/office/drawing/2014/main" id="{597C2B3E-08B1-4CFC-ACE1-607554730462}"/>
              </a:ext>
            </a:extLst>
          </p:cNvPr>
          <p:cNvSpPr>
            <a:spLocks noGrp="1"/>
          </p:cNvSpPr>
          <p:nvPr>
            <p:ph type="title"/>
          </p:nvPr>
        </p:nvSpPr>
        <p:spPr>
          <a:xfrm>
            <a:off x="304800" y="457200"/>
            <a:ext cx="8686800" cy="838200"/>
          </a:xfrm>
          <a:prstGeom prst="rect">
            <a:avLst/>
          </a:prstGeom>
        </p:spPr>
        <p:txBody>
          <a:bodyPr vert="horz" anchor="ctr">
            <a:normAutofit/>
          </a:bodyPr>
          <a:lstStyle/>
          <a:p>
            <a:r>
              <a:rPr kumimoji="0" lang="ko-KR" altLang="en-US" dirty="0"/>
              <a:t>마스터 제목 스타일 편집</a:t>
            </a:r>
            <a:endParaRPr kumimoji="0" lang="en-US" dirty="0"/>
          </a:p>
        </p:txBody>
      </p:sp>
      <p:sp>
        <p:nvSpPr>
          <p:cNvPr id="13" name="직선 연결선 12">
            <a:extLst>
              <a:ext uri="{FF2B5EF4-FFF2-40B4-BE49-F238E27FC236}">
                <a16:creationId xmlns:a16="http://schemas.microsoft.com/office/drawing/2014/main" id="{1F019EAE-627E-4B2F-B2BF-349CA582F811}"/>
              </a:ext>
            </a:extLst>
          </p:cNvPr>
          <p:cNvSpPr>
            <a:spLocks noChangeShapeType="1"/>
          </p:cNvSpPr>
          <p:nvPr userDrawn="1"/>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직선 연결선 13">
            <a:extLst>
              <a:ext uri="{FF2B5EF4-FFF2-40B4-BE49-F238E27FC236}">
                <a16:creationId xmlns:a16="http://schemas.microsoft.com/office/drawing/2014/main" id="{B83120D9-8B30-4A51-BD02-F39A7D69E686}"/>
              </a:ext>
            </a:extLst>
          </p:cNvPr>
          <p:cNvSpPr>
            <a:spLocks noChangeShapeType="1"/>
          </p:cNvSpPr>
          <p:nvPr userDrawn="1"/>
        </p:nvSpPr>
        <p:spPr bwMode="auto">
          <a:xfrm>
            <a:off x="514350" y="1057986"/>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텍스트 개체 틀 7">
            <a:extLst>
              <a:ext uri="{FF2B5EF4-FFF2-40B4-BE49-F238E27FC236}">
                <a16:creationId xmlns:a16="http://schemas.microsoft.com/office/drawing/2014/main" id="{F403B170-3966-4C4C-A332-2FA8A16552A4}"/>
              </a:ext>
            </a:extLst>
          </p:cNvPr>
          <p:cNvSpPr>
            <a:spLocks noGrp="1"/>
          </p:cNvSpPr>
          <p:nvPr>
            <p:ph idx="1"/>
          </p:nvPr>
        </p:nvSpPr>
        <p:spPr>
          <a:xfrm>
            <a:off x="304800" y="1206272"/>
            <a:ext cx="8686800" cy="5194527"/>
          </a:xfrm>
          <a:prstGeom prst="rect">
            <a:avLst/>
          </a:prstGeom>
        </p:spPr>
        <p:txBody>
          <a:bodyPr vert="horz">
            <a:normAutofit/>
          </a:bodyPr>
          <a:lstStyle/>
          <a:p>
            <a:pPr lvl="0" eaLnBrk="1" latinLnBrk="0" hangingPunct="1"/>
            <a:r>
              <a:rPr kumimoji="0" lang="ko-KR" altLang="en-US" dirty="0"/>
              <a:t>마스터 텍스트 스타일을 편집합니다</a:t>
            </a:r>
          </a:p>
          <a:p>
            <a:pPr lvl="1" eaLnBrk="1" latinLnBrk="0" hangingPunct="1"/>
            <a:r>
              <a:rPr kumimoji="0" lang="ko-KR" altLang="en-US" dirty="0"/>
              <a:t>둘째 수준</a:t>
            </a:r>
          </a:p>
          <a:p>
            <a:pPr lvl="2" eaLnBrk="1" latinLnBrk="0" hangingPunct="1"/>
            <a:r>
              <a:rPr kumimoji="0" lang="ko-KR" altLang="en-US" dirty="0"/>
              <a:t>셋째 수준</a:t>
            </a:r>
          </a:p>
          <a:p>
            <a:pPr lvl="3" eaLnBrk="1" latinLnBrk="0" hangingPunct="1"/>
            <a:r>
              <a:rPr kumimoji="0" lang="ko-KR" altLang="en-US" dirty="0"/>
              <a:t>넷째 수준</a:t>
            </a:r>
          </a:p>
          <a:p>
            <a:pPr lvl="4" eaLnBrk="1" latinLnBrk="0" hangingPunct="1"/>
            <a:r>
              <a:rPr kumimoji="0" lang="ko-KR" altLang="en-US" dirty="0"/>
              <a:t>다섯째 수준</a:t>
            </a:r>
            <a:endParaRPr kumimoji="0" lang="en-US" dirty="0"/>
          </a:p>
        </p:txBody>
      </p:sp>
    </p:spTree>
    <p:extLst>
      <p:ext uri="{BB962C8B-B14F-4D97-AF65-F5344CB8AC3E}">
        <p14:creationId xmlns:p14="http://schemas.microsoft.com/office/powerpoint/2010/main" val="3206533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구역 머리글">
    <p:spTree>
      <p:nvGrpSpPr>
        <p:cNvPr id="1" name=""/>
        <p:cNvGrpSpPr/>
        <p:nvPr/>
      </p:nvGrpSpPr>
      <p:grpSpPr>
        <a:xfrm>
          <a:off x="0" y="0"/>
          <a:ext cx="0" cy="0"/>
          <a:chOff x="0" y="0"/>
          <a:chExt cx="0" cy="0"/>
        </a:xfrm>
      </p:grpSpPr>
      <p:sp>
        <p:nvSpPr>
          <p:cNvPr id="7" name="직선 연결선 6"/>
          <p:cNvSpPr>
            <a:spLocks noChangeShapeType="1"/>
          </p:cNvSpPr>
          <p:nvPr/>
        </p:nvSpPr>
        <p:spPr bwMode="auto">
          <a:xfrm>
            <a:off x="514350" y="3444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텍스트 개체 틀 5"/>
          <p:cNvSpPr>
            <a:spLocks noGrp="1"/>
          </p:cNvSpPr>
          <p:nvPr>
            <p:ph type="body" idx="1"/>
          </p:nvPr>
        </p:nvSpPr>
        <p:spPr>
          <a:xfrm>
            <a:off x="381000" y="1676400"/>
            <a:ext cx="8458200" cy="1219200"/>
          </a:xfrm>
          <a:prstGeom prst="rect">
            <a:avLst/>
          </a:prstGeom>
        </p:spPr>
        <p:txBody>
          <a:bodyPr anchor="b"/>
          <a:lstStyle>
            <a:lvl1pPr marL="0" indent="0" algn="r">
              <a:buNone/>
              <a:defRPr sz="2000">
                <a:solidFill>
                  <a:schemeClr val="tx2">
                    <a:shade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ko-KR" altLang="en-US" dirty="0"/>
              <a:t>마스터 텍스트 스타일을 편집합니다</a:t>
            </a:r>
          </a:p>
        </p:txBody>
      </p:sp>
      <p:sp>
        <p:nvSpPr>
          <p:cNvPr id="19" name="날짜 개체 틀 18"/>
          <p:cNvSpPr>
            <a:spLocks noGrp="1"/>
          </p:cNvSpPr>
          <p:nvPr>
            <p:ph type="dt" sz="half" idx="10"/>
          </p:nvPr>
        </p:nvSpPr>
        <p:spPr>
          <a:xfrm>
            <a:off x="152400" y="6477000"/>
            <a:ext cx="2514600" cy="288925"/>
          </a:xfrm>
          <a:prstGeom prst="rect">
            <a:avLst/>
          </a:prstGeom>
        </p:spPr>
        <p:txBody>
          <a:bodyPr/>
          <a:lstStyle/>
          <a:p>
            <a:fld id="{620E4DAC-B013-407C-908C-BC9C18222F1E}" type="datetime1">
              <a:rPr lang="ko-KR" altLang="en-US" smtClean="0"/>
              <a:pPr/>
              <a:t>2026. 4. 29.</a:t>
            </a:fld>
            <a:endParaRPr lang="ko-KR" altLang="en-US"/>
          </a:p>
        </p:txBody>
      </p:sp>
      <p:sp>
        <p:nvSpPr>
          <p:cNvPr id="11" name="바닥글 개체 틀 10"/>
          <p:cNvSpPr>
            <a:spLocks noGrp="1"/>
          </p:cNvSpPr>
          <p:nvPr>
            <p:ph type="ftr" sz="quarter" idx="11"/>
          </p:nvPr>
        </p:nvSpPr>
        <p:spPr/>
        <p:txBody>
          <a:bodyPr/>
          <a:lstStyle/>
          <a:p>
            <a:r>
              <a:rPr lang="en-US" altLang="ko-KR"/>
              <a:t>Man Machine Interface Lab.</a:t>
            </a:r>
            <a:endParaRPr lang="ko-KR" altLang="en-US"/>
          </a:p>
        </p:txBody>
      </p:sp>
      <p:sp>
        <p:nvSpPr>
          <p:cNvPr id="16" name="슬라이드 번호 개체 틀 15"/>
          <p:cNvSpPr>
            <a:spLocks noGrp="1"/>
          </p:cNvSpPr>
          <p:nvPr>
            <p:ph type="sldNum" sz="quarter" idx="12"/>
          </p:nvPr>
        </p:nvSpPr>
        <p:spPr/>
        <p:txBody>
          <a:bodyPr/>
          <a:lstStyle/>
          <a:p>
            <a:fld id="{4BEDD84E-25D4-4983-8AA1-2863C96F08D9}" type="slidenum">
              <a:rPr lang="ko-KR" altLang="en-US" smtClean="0"/>
              <a:pPr/>
              <a:t>‹#›</a:t>
            </a:fld>
            <a:endParaRPr lang="ko-KR" altLang="en-US"/>
          </a:p>
        </p:txBody>
      </p:sp>
      <p:sp>
        <p:nvSpPr>
          <p:cNvPr id="8" name="제목 7"/>
          <p:cNvSpPr>
            <a:spLocks noGrp="1"/>
          </p:cNvSpPr>
          <p:nvPr>
            <p:ph type="title"/>
          </p:nvPr>
        </p:nvSpPr>
        <p:spPr>
          <a:xfrm>
            <a:off x="180475" y="2947085"/>
            <a:ext cx="8686800" cy="1184825"/>
          </a:xfrm>
        </p:spPr>
        <p:txBody>
          <a:bodyPr rtlCol="0" anchor="t"/>
          <a:lstStyle>
            <a:lvl1pPr algn="r">
              <a:defRPr cap="none" baseline="0"/>
            </a:lvl1pPr>
          </a:lstStyle>
          <a:p>
            <a:r>
              <a:rPr kumimoji="0" lang="ko-KR" altLang="en-US" dirty="0"/>
              <a:t>마스터 제목 스타일 편집</a:t>
            </a:r>
            <a:endParaRPr kumimoji="0" lang="en-US" dirty="0"/>
          </a:p>
        </p:txBody>
      </p:sp>
    </p:spTree>
    <p:extLst>
      <p:ext uri="{BB962C8B-B14F-4D97-AF65-F5344CB8AC3E}">
        <p14:creationId xmlns:p14="http://schemas.microsoft.com/office/powerpoint/2010/main" val="7968136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콘텐츠 2개">
    <p:spTree>
      <p:nvGrpSpPr>
        <p:cNvPr id="1" name=""/>
        <p:cNvGrpSpPr/>
        <p:nvPr/>
      </p:nvGrpSpPr>
      <p:grpSpPr>
        <a:xfrm>
          <a:off x="0" y="0"/>
          <a:ext cx="0" cy="0"/>
          <a:chOff x="0" y="0"/>
          <a:chExt cx="0" cy="0"/>
        </a:xfrm>
      </p:grpSpPr>
      <p:sp>
        <p:nvSpPr>
          <p:cNvPr id="20" name="제목 19"/>
          <p:cNvSpPr>
            <a:spLocks noGrp="1"/>
          </p:cNvSpPr>
          <p:nvPr>
            <p:ph type="title"/>
          </p:nvPr>
        </p:nvSpPr>
        <p:spPr>
          <a:xfrm>
            <a:off x="301752" y="457200"/>
            <a:ext cx="8686800" cy="841248"/>
          </a:xfrm>
        </p:spPr>
        <p:txBody>
          <a:bodyPr/>
          <a:lstStyle>
            <a:lvl1pPr>
              <a:defRPr cap="none" baseline="0"/>
            </a:lvl1pPr>
          </a:lstStyle>
          <a:p>
            <a:r>
              <a:rPr kumimoji="0" lang="ko-KR" altLang="en-US" dirty="0"/>
              <a:t>마스터 제목 스타일 편집</a:t>
            </a:r>
            <a:endParaRPr kumimoji="0" lang="en-US" dirty="0"/>
          </a:p>
        </p:txBody>
      </p:sp>
      <p:sp>
        <p:nvSpPr>
          <p:cNvPr id="14" name="내용 개체 틀 13"/>
          <p:cNvSpPr>
            <a:spLocks noGrp="1"/>
          </p:cNvSpPr>
          <p:nvPr>
            <p:ph sz="half" idx="1" hasCustomPrompt="1"/>
          </p:nvPr>
        </p:nvSpPr>
        <p:spPr>
          <a:xfrm>
            <a:off x="304800" y="1600200"/>
            <a:ext cx="4191000" cy="4724400"/>
          </a:xfrm>
          <a:prstGeom prst="rect">
            <a:avLst/>
          </a:prstGeom>
        </p:spPr>
        <p:txBody>
          <a:bodyPr>
            <a:normAutofit/>
          </a:bodyPr>
          <a:lstStyle>
            <a:lvl1pPr>
              <a:defRPr sz="2400"/>
            </a:lvl1pPr>
            <a:lvl2pPr>
              <a:defRPr sz="2000"/>
            </a:lvl2pPr>
            <a:lvl3pPr>
              <a:defRPr sz="1800"/>
            </a:lvl3pPr>
            <a:lvl4pPr>
              <a:defRPr sz="1600"/>
            </a:lvl4pPr>
            <a:lvl5pPr>
              <a:defRPr sz="1600"/>
            </a:lvl5pPr>
          </a:lstStyle>
          <a:p>
            <a:pPr lvl="0" eaLnBrk="1" latinLnBrk="0" hangingPunct="1"/>
            <a:r>
              <a:rPr lang="ko-KR" altLang="en-US" dirty="0"/>
              <a:t>마스터 텍스트 스타일을 편집합니다</a:t>
            </a:r>
          </a:p>
          <a:p>
            <a:pPr lvl="1" eaLnBrk="1" latinLnBrk="0" hangingPunct="1"/>
            <a:r>
              <a:rPr lang="ko-KR" altLang="en-US" dirty="0"/>
              <a:t>둘째 수준</a:t>
            </a:r>
          </a:p>
          <a:p>
            <a:pPr lvl="2" eaLnBrk="1" latinLnBrk="0" hangingPunct="1"/>
            <a:r>
              <a:rPr lang="ko-KR" altLang="en-US" dirty="0"/>
              <a:t>셋째 수준</a:t>
            </a:r>
          </a:p>
          <a:p>
            <a:pPr lvl="3" eaLnBrk="1" latinLnBrk="0" hangingPunct="1"/>
            <a:r>
              <a:rPr lang="ko-KR" altLang="en-US" dirty="0"/>
              <a:t>넷째 수준</a:t>
            </a:r>
          </a:p>
          <a:p>
            <a:pPr lvl="4" eaLnBrk="1" latinLnBrk="0" hangingPunct="1"/>
            <a:r>
              <a:rPr lang="ko-KR" altLang="en-US" dirty="0"/>
              <a:t>다섯째 수준</a:t>
            </a:r>
            <a:endParaRPr kumimoji="0" lang="en-US" dirty="0"/>
          </a:p>
        </p:txBody>
      </p:sp>
      <p:sp>
        <p:nvSpPr>
          <p:cNvPr id="13" name="내용 개체 틀 12"/>
          <p:cNvSpPr>
            <a:spLocks noGrp="1"/>
          </p:cNvSpPr>
          <p:nvPr>
            <p:ph sz="half" idx="2"/>
          </p:nvPr>
        </p:nvSpPr>
        <p:spPr>
          <a:xfrm>
            <a:off x="4648200" y="1600200"/>
            <a:ext cx="4343400" cy="4724400"/>
          </a:xfrm>
          <a:prstGeom prst="rect">
            <a:avLst/>
          </a:prstGeom>
        </p:spPr>
        <p:txBody>
          <a:bodyPr>
            <a:normAutofit/>
          </a:bodyPr>
          <a:lstStyle>
            <a:lvl1pPr>
              <a:defRPr sz="2400"/>
            </a:lvl1pPr>
            <a:lvl2pPr>
              <a:defRPr sz="2000"/>
            </a:lvl2pPr>
            <a:lvl3pPr>
              <a:defRPr sz="1800"/>
            </a:lvl3pPr>
            <a:lvl4pPr>
              <a:defRPr sz="1600"/>
            </a:lvl4pPr>
            <a:lvl5pPr>
              <a:defRPr sz="1600"/>
            </a:lvl5pPr>
          </a:lstStyle>
          <a:p>
            <a:pPr lvl="0" eaLnBrk="1" latinLnBrk="0" hangingPunct="1"/>
            <a:r>
              <a:rPr lang="ko-KR" altLang="en-US"/>
              <a:t>마스터 텍스트 스타일을 편집합니다</a:t>
            </a:r>
          </a:p>
          <a:p>
            <a:pPr lvl="1" eaLnBrk="1" latinLnBrk="0" hangingPunct="1"/>
            <a:r>
              <a:rPr lang="ko-KR" altLang="en-US"/>
              <a:t>둘째 수준</a:t>
            </a:r>
          </a:p>
          <a:p>
            <a:pPr lvl="2" eaLnBrk="1" latinLnBrk="0" hangingPunct="1"/>
            <a:r>
              <a:rPr lang="ko-KR" altLang="en-US"/>
              <a:t>셋째 수준</a:t>
            </a:r>
          </a:p>
          <a:p>
            <a:pPr lvl="3" eaLnBrk="1" latinLnBrk="0" hangingPunct="1"/>
            <a:r>
              <a:rPr lang="ko-KR" altLang="en-US"/>
              <a:t>넷째 수준</a:t>
            </a:r>
          </a:p>
          <a:p>
            <a:pPr lvl="4" eaLnBrk="1" latinLnBrk="0" hangingPunct="1"/>
            <a:r>
              <a:rPr lang="ko-KR" altLang="en-US"/>
              <a:t>다섯째 수준</a:t>
            </a:r>
            <a:endParaRPr kumimoji="0" lang="en-US"/>
          </a:p>
        </p:txBody>
      </p:sp>
      <p:sp>
        <p:nvSpPr>
          <p:cNvPr id="21" name="날짜 개체 틀 20"/>
          <p:cNvSpPr>
            <a:spLocks noGrp="1"/>
          </p:cNvSpPr>
          <p:nvPr>
            <p:ph type="dt" sz="half" idx="10"/>
          </p:nvPr>
        </p:nvSpPr>
        <p:spPr>
          <a:xfrm>
            <a:off x="128574" y="6429396"/>
            <a:ext cx="2514600" cy="288925"/>
          </a:xfrm>
          <a:prstGeom prst="rect">
            <a:avLst/>
          </a:prstGeom>
        </p:spPr>
        <p:txBody>
          <a:bodyPr/>
          <a:lstStyle/>
          <a:p>
            <a:fld id="{CE5EA34B-7355-4DB3-A24E-6787C8C2A447}" type="datetime1">
              <a:rPr lang="ko-KR" altLang="en-US" smtClean="0"/>
              <a:pPr/>
              <a:t>2026. 4. 29.</a:t>
            </a:fld>
            <a:endParaRPr lang="ko-KR" altLang="en-US" dirty="0"/>
          </a:p>
        </p:txBody>
      </p:sp>
      <p:sp>
        <p:nvSpPr>
          <p:cNvPr id="10" name="바닥글 개체 틀 9"/>
          <p:cNvSpPr>
            <a:spLocks noGrp="1"/>
          </p:cNvSpPr>
          <p:nvPr>
            <p:ph type="ftr" sz="quarter" idx="11"/>
          </p:nvPr>
        </p:nvSpPr>
        <p:spPr>
          <a:xfrm>
            <a:off x="2892928" y="6429396"/>
            <a:ext cx="3352800" cy="288925"/>
          </a:xfrm>
        </p:spPr>
        <p:txBody>
          <a:bodyPr/>
          <a:lstStyle>
            <a:lvl1pPr algn="ctr">
              <a:defRPr/>
            </a:lvl1pPr>
          </a:lstStyle>
          <a:p>
            <a:r>
              <a:rPr lang="en-US" altLang="ko-KR" dirty="0"/>
              <a:t>Man Machine Interface Lab.</a:t>
            </a:r>
            <a:endParaRPr lang="ko-KR" altLang="en-US" dirty="0"/>
          </a:p>
        </p:txBody>
      </p:sp>
      <p:sp>
        <p:nvSpPr>
          <p:cNvPr id="31" name="슬라이드 번호 개체 틀 30"/>
          <p:cNvSpPr>
            <a:spLocks noGrp="1"/>
          </p:cNvSpPr>
          <p:nvPr>
            <p:ph type="sldNum" sz="quarter" idx="12"/>
          </p:nvPr>
        </p:nvSpPr>
        <p:spPr/>
        <p:txBody>
          <a:bodyPr/>
          <a:lstStyle/>
          <a:p>
            <a:fld id="{4BEDD84E-25D4-4983-8AA1-2863C96F08D9}" type="slidenum">
              <a:rPr lang="ko-KR" altLang="en-US" smtClean="0"/>
              <a:pPr/>
              <a:t>‹#›</a:t>
            </a:fld>
            <a:endParaRPr lang="ko-KR" altLang="en-US"/>
          </a:p>
        </p:txBody>
      </p:sp>
    </p:spTree>
    <p:extLst>
      <p:ext uri="{BB962C8B-B14F-4D97-AF65-F5344CB8AC3E}">
        <p14:creationId xmlns:p14="http://schemas.microsoft.com/office/powerpoint/2010/main" val="16015250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비교">
    <p:spTree>
      <p:nvGrpSpPr>
        <p:cNvPr id="1" name=""/>
        <p:cNvGrpSpPr/>
        <p:nvPr/>
      </p:nvGrpSpPr>
      <p:grpSpPr>
        <a:xfrm>
          <a:off x="0" y="0"/>
          <a:ext cx="0" cy="0"/>
          <a:chOff x="0" y="0"/>
          <a:chExt cx="0" cy="0"/>
        </a:xfrm>
      </p:grpSpPr>
      <p:sp>
        <p:nvSpPr>
          <p:cNvPr id="29" name="제목 28"/>
          <p:cNvSpPr>
            <a:spLocks noGrp="1"/>
          </p:cNvSpPr>
          <p:nvPr>
            <p:ph type="title"/>
          </p:nvPr>
        </p:nvSpPr>
        <p:spPr>
          <a:xfrm>
            <a:off x="304800" y="5410200"/>
            <a:ext cx="8610600" cy="882650"/>
          </a:xfrm>
        </p:spPr>
        <p:txBody>
          <a:bodyPr anchor="ctr"/>
          <a:lstStyle>
            <a:lvl1pPr>
              <a:defRPr/>
            </a:lvl1pPr>
          </a:lstStyle>
          <a:p>
            <a:r>
              <a:rPr kumimoji="0" lang="ko-KR" altLang="en-US"/>
              <a:t>마스터 제목 스타일 편집</a:t>
            </a:r>
            <a:endParaRPr kumimoji="0" lang="en-US"/>
          </a:p>
        </p:txBody>
      </p:sp>
      <p:sp>
        <p:nvSpPr>
          <p:cNvPr id="13" name="텍스트 개체 틀 12"/>
          <p:cNvSpPr>
            <a:spLocks noGrp="1"/>
          </p:cNvSpPr>
          <p:nvPr>
            <p:ph type="body" idx="1"/>
          </p:nvPr>
        </p:nvSpPr>
        <p:spPr>
          <a:xfrm>
            <a:off x="281444" y="666750"/>
            <a:ext cx="4290556" cy="639762"/>
          </a:xfrm>
          <a:prstGeom prst="rect">
            <a:avLst/>
          </a:prstGeom>
        </p:spPr>
        <p:txBody>
          <a:bodyPr anchor="ctr"/>
          <a:lstStyle>
            <a:lvl1pPr marL="0" indent="0">
              <a:buNone/>
              <a:defRPr sz="1800" b="0" cap="none"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ko-KR" altLang="en-US" dirty="0"/>
              <a:t>마스터 텍스트 스타일을 편집합니다</a:t>
            </a:r>
          </a:p>
        </p:txBody>
      </p:sp>
      <p:sp>
        <p:nvSpPr>
          <p:cNvPr id="25" name="텍스트 개체 틀 24"/>
          <p:cNvSpPr>
            <a:spLocks noGrp="1"/>
          </p:cNvSpPr>
          <p:nvPr>
            <p:ph type="body" sz="half" idx="3"/>
          </p:nvPr>
        </p:nvSpPr>
        <p:spPr>
          <a:xfrm>
            <a:off x="4645025" y="666750"/>
            <a:ext cx="4292241" cy="639762"/>
          </a:xfrm>
          <a:prstGeom prst="rect">
            <a:avLst/>
          </a:prstGeom>
        </p:spPr>
        <p:txBody>
          <a:bodyPr anchor="ctr"/>
          <a:lstStyle>
            <a:lvl1pPr marL="0" indent="0">
              <a:buNone/>
              <a:defRPr sz="1800" b="0" cap="none"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ko-KR" altLang="en-US" dirty="0"/>
              <a:t>마스터 텍스트 스타일을 편집합니다</a:t>
            </a:r>
          </a:p>
        </p:txBody>
      </p:sp>
      <p:sp>
        <p:nvSpPr>
          <p:cNvPr id="4" name="내용 개체 틀 3"/>
          <p:cNvSpPr>
            <a:spLocks noGrp="1"/>
          </p:cNvSpPr>
          <p:nvPr>
            <p:ph sz="quarter" idx="2" hasCustomPrompt="1"/>
          </p:nvPr>
        </p:nvSpPr>
        <p:spPr>
          <a:xfrm>
            <a:off x="281444" y="1316037"/>
            <a:ext cx="4290556" cy="3941763"/>
          </a:xfrm>
          <a:prstGeom prst="rect">
            <a:avLst/>
          </a:prstGeom>
        </p:spPr>
        <p:txBody>
          <a:bodyPr>
            <a:normAutofit/>
          </a:bodyPr>
          <a:lstStyle>
            <a:lvl1pPr>
              <a:defRPr sz="2000"/>
            </a:lvl1pPr>
            <a:lvl2pPr>
              <a:defRPr sz="1800"/>
            </a:lvl2pPr>
            <a:lvl3pPr>
              <a:defRPr sz="1600"/>
            </a:lvl3pPr>
            <a:lvl4pPr>
              <a:defRPr sz="1400"/>
            </a:lvl4pPr>
            <a:lvl5pPr>
              <a:defRPr sz="1400"/>
            </a:lvl5pPr>
          </a:lstStyle>
          <a:p>
            <a:pPr lvl="0" eaLnBrk="1" latinLnBrk="0" hangingPunct="1"/>
            <a:r>
              <a:rPr lang="ko-KR" altLang="en-US" dirty="0"/>
              <a:t>마스터 텍스트 스타일을 편집합니다</a:t>
            </a:r>
          </a:p>
          <a:p>
            <a:pPr lvl="1" eaLnBrk="1" latinLnBrk="0" hangingPunct="1"/>
            <a:r>
              <a:rPr lang="ko-KR" altLang="en-US" dirty="0"/>
              <a:t>둘째 수준</a:t>
            </a:r>
          </a:p>
          <a:p>
            <a:pPr lvl="2" eaLnBrk="1" latinLnBrk="0" hangingPunct="1"/>
            <a:r>
              <a:rPr lang="ko-KR" altLang="en-US" dirty="0"/>
              <a:t>셋째 수준</a:t>
            </a:r>
          </a:p>
          <a:p>
            <a:pPr lvl="3" eaLnBrk="1" latinLnBrk="0" hangingPunct="1"/>
            <a:r>
              <a:rPr lang="ko-KR" altLang="en-US" dirty="0"/>
              <a:t>넷째 수준</a:t>
            </a:r>
          </a:p>
          <a:p>
            <a:pPr lvl="4" eaLnBrk="1" latinLnBrk="0" hangingPunct="1"/>
            <a:r>
              <a:rPr lang="ko-KR" altLang="en-US" dirty="0"/>
              <a:t>다섯째 수준</a:t>
            </a:r>
            <a:endParaRPr kumimoji="0" lang="en-US" dirty="0"/>
          </a:p>
        </p:txBody>
      </p:sp>
      <p:sp>
        <p:nvSpPr>
          <p:cNvPr id="28" name="내용 개체 틀 27"/>
          <p:cNvSpPr>
            <a:spLocks noGrp="1"/>
          </p:cNvSpPr>
          <p:nvPr>
            <p:ph sz="quarter" idx="4"/>
          </p:nvPr>
        </p:nvSpPr>
        <p:spPr>
          <a:xfrm>
            <a:off x="4648730" y="1316037"/>
            <a:ext cx="4288536" cy="3941763"/>
          </a:xfrm>
          <a:prstGeom prst="rect">
            <a:avLst/>
          </a:prstGeom>
        </p:spPr>
        <p:txBody>
          <a:bodyPr>
            <a:normAutofit/>
          </a:bodyPr>
          <a:lstStyle>
            <a:lvl1pPr>
              <a:defRPr sz="2000"/>
            </a:lvl1pPr>
            <a:lvl2pPr>
              <a:defRPr sz="1800"/>
            </a:lvl2pPr>
            <a:lvl3pPr>
              <a:defRPr sz="1600"/>
            </a:lvl3pPr>
            <a:lvl4pPr>
              <a:defRPr sz="1400"/>
            </a:lvl4pPr>
            <a:lvl5pPr>
              <a:defRPr sz="1400"/>
            </a:lvl5pPr>
          </a:lstStyle>
          <a:p>
            <a:pPr lvl="0" eaLnBrk="1" latinLnBrk="0" hangingPunct="1"/>
            <a:r>
              <a:rPr lang="ko-KR" altLang="en-US"/>
              <a:t>마스터 텍스트 스타일을 편집합니다</a:t>
            </a:r>
          </a:p>
          <a:p>
            <a:pPr lvl="1" eaLnBrk="1" latinLnBrk="0" hangingPunct="1"/>
            <a:r>
              <a:rPr lang="ko-KR" altLang="en-US"/>
              <a:t>둘째 수준</a:t>
            </a:r>
          </a:p>
          <a:p>
            <a:pPr lvl="2" eaLnBrk="1" latinLnBrk="0" hangingPunct="1"/>
            <a:r>
              <a:rPr lang="ko-KR" altLang="en-US"/>
              <a:t>셋째 수준</a:t>
            </a:r>
          </a:p>
          <a:p>
            <a:pPr lvl="3" eaLnBrk="1" latinLnBrk="0" hangingPunct="1"/>
            <a:r>
              <a:rPr lang="ko-KR" altLang="en-US"/>
              <a:t>넷째 수준</a:t>
            </a:r>
          </a:p>
          <a:p>
            <a:pPr lvl="4" eaLnBrk="1" latinLnBrk="0" hangingPunct="1"/>
            <a:r>
              <a:rPr lang="ko-KR" altLang="en-US"/>
              <a:t>다섯째 수준</a:t>
            </a:r>
            <a:endParaRPr kumimoji="0" lang="en-US"/>
          </a:p>
        </p:txBody>
      </p:sp>
      <p:sp>
        <p:nvSpPr>
          <p:cNvPr id="10" name="날짜 개체 틀 9"/>
          <p:cNvSpPr>
            <a:spLocks noGrp="1"/>
          </p:cNvSpPr>
          <p:nvPr>
            <p:ph type="dt" sz="half" idx="10"/>
          </p:nvPr>
        </p:nvSpPr>
        <p:spPr>
          <a:xfrm>
            <a:off x="152400" y="6477000"/>
            <a:ext cx="2514600" cy="288925"/>
          </a:xfrm>
          <a:prstGeom prst="rect">
            <a:avLst/>
          </a:prstGeom>
        </p:spPr>
        <p:txBody>
          <a:bodyPr/>
          <a:lstStyle/>
          <a:p>
            <a:fld id="{F9CC6113-385A-4FC1-8624-7B94AE7733FC}" type="datetime1">
              <a:rPr lang="ko-KR" altLang="en-US" smtClean="0"/>
              <a:pPr/>
              <a:t>2026. 4. 29.</a:t>
            </a:fld>
            <a:endParaRPr lang="ko-KR" altLang="en-US"/>
          </a:p>
        </p:txBody>
      </p:sp>
      <p:sp>
        <p:nvSpPr>
          <p:cNvPr id="6" name="바닥글 개체 틀 5"/>
          <p:cNvSpPr>
            <a:spLocks noGrp="1"/>
          </p:cNvSpPr>
          <p:nvPr>
            <p:ph type="ftr" sz="quarter" idx="11"/>
          </p:nvPr>
        </p:nvSpPr>
        <p:spPr/>
        <p:txBody>
          <a:bodyPr/>
          <a:lstStyle/>
          <a:p>
            <a:r>
              <a:rPr lang="en-US" altLang="ko-KR"/>
              <a:t>Man Machine Interface Lab.</a:t>
            </a:r>
            <a:endParaRPr lang="ko-KR" altLang="en-US"/>
          </a:p>
        </p:txBody>
      </p:sp>
      <p:sp>
        <p:nvSpPr>
          <p:cNvPr id="7" name="슬라이드 번호 개체 틀 6"/>
          <p:cNvSpPr>
            <a:spLocks noGrp="1"/>
          </p:cNvSpPr>
          <p:nvPr>
            <p:ph type="sldNum" sz="quarter" idx="12"/>
          </p:nvPr>
        </p:nvSpPr>
        <p:spPr>
          <a:xfrm>
            <a:off x="8229600" y="6477000"/>
            <a:ext cx="762000" cy="246888"/>
          </a:xfrm>
        </p:spPr>
        <p:txBody>
          <a:bodyPr/>
          <a:lstStyle/>
          <a:p>
            <a:fld id="{4BEDD84E-25D4-4983-8AA1-2863C96F08D9}" type="slidenum">
              <a:rPr lang="ko-KR" altLang="en-US" smtClean="0"/>
              <a:pPr/>
              <a:t>‹#›</a:t>
            </a:fld>
            <a:endParaRPr lang="ko-KR" altLang="en-US"/>
          </a:p>
        </p:txBody>
      </p:sp>
      <p:sp>
        <p:nvSpPr>
          <p:cNvPr id="11" name="직선 연결선 10"/>
          <p:cNvSpPr>
            <a:spLocks noChangeShapeType="1"/>
          </p:cNvSpPr>
          <p:nvPr/>
        </p:nvSpPr>
        <p:spPr bwMode="auto">
          <a:xfrm>
            <a:off x="514350" y="6019800"/>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Tree>
    <p:extLst>
      <p:ext uri="{BB962C8B-B14F-4D97-AF65-F5344CB8AC3E}">
        <p14:creationId xmlns:p14="http://schemas.microsoft.com/office/powerpoint/2010/main" val="23343987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제목만">
    <p:spTree>
      <p:nvGrpSpPr>
        <p:cNvPr id="1" name=""/>
        <p:cNvGrpSpPr/>
        <p:nvPr/>
      </p:nvGrpSpPr>
      <p:grpSpPr>
        <a:xfrm>
          <a:off x="0" y="0"/>
          <a:ext cx="0" cy="0"/>
          <a:chOff x="0" y="0"/>
          <a:chExt cx="0" cy="0"/>
        </a:xfrm>
      </p:grpSpPr>
      <p:sp>
        <p:nvSpPr>
          <p:cNvPr id="30" name="제목 29"/>
          <p:cNvSpPr>
            <a:spLocks noGrp="1"/>
          </p:cNvSpPr>
          <p:nvPr>
            <p:ph type="title"/>
          </p:nvPr>
        </p:nvSpPr>
        <p:spPr>
          <a:xfrm>
            <a:off x="301752" y="457200"/>
            <a:ext cx="8686800" cy="841248"/>
          </a:xfrm>
        </p:spPr>
        <p:txBody>
          <a:bodyPr/>
          <a:lstStyle>
            <a:lvl1pPr>
              <a:defRPr/>
            </a:lvl1pPr>
          </a:lstStyle>
          <a:p>
            <a:r>
              <a:rPr kumimoji="0" lang="ko-KR" altLang="en-US" dirty="0"/>
              <a:t>마스터 제목 스타일 편집</a:t>
            </a:r>
            <a:endParaRPr kumimoji="0" lang="en-US" dirty="0"/>
          </a:p>
        </p:txBody>
      </p:sp>
      <p:sp>
        <p:nvSpPr>
          <p:cNvPr id="12" name="날짜 개체 틀 11"/>
          <p:cNvSpPr>
            <a:spLocks noGrp="1"/>
          </p:cNvSpPr>
          <p:nvPr>
            <p:ph type="dt" sz="half" idx="10"/>
          </p:nvPr>
        </p:nvSpPr>
        <p:spPr>
          <a:xfrm>
            <a:off x="152400" y="6477000"/>
            <a:ext cx="2514600" cy="288925"/>
          </a:xfrm>
          <a:prstGeom prst="rect">
            <a:avLst/>
          </a:prstGeom>
        </p:spPr>
        <p:txBody>
          <a:bodyPr/>
          <a:lstStyle/>
          <a:p>
            <a:fld id="{9868F9BB-EE47-4C71-A1A4-44765D8B7761}" type="datetime1">
              <a:rPr lang="ko-KR" altLang="en-US" smtClean="0"/>
              <a:pPr/>
              <a:t>2026. 4. 29.</a:t>
            </a:fld>
            <a:endParaRPr lang="ko-KR" altLang="en-US"/>
          </a:p>
        </p:txBody>
      </p:sp>
      <p:sp>
        <p:nvSpPr>
          <p:cNvPr id="21" name="바닥글 개체 틀 20"/>
          <p:cNvSpPr>
            <a:spLocks noGrp="1"/>
          </p:cNvSpPr>
          <p:nvPr>
            <p:ph type="ftr" sz="quarter" idx="11"/>
          </p:nvPr>
        </p:nvSpPr>
        <p:spPr/>
        <p:txBody>
          <a:bodyPr/>
          <a:lstStyle/>
          <a:p>
            <a:r>
              <a:rPr lang="en-US" altLang="ko-KR"/>
              <a:t>Man Machine Interface Lab.</a:t>
            </a:r>
            <a:endParaRPr lang="ko-KR" altLang="en-US"/>
          </a:p>
        </p:txBody>
      </p:sp>
      <p:sp>
        <p:nvSpPr>
          <p:cNvPr id="6" name="슬라이드 번호 개체 틀 5"/>
          <p:cNvSpPr>
            <a:spLocks noGrp="1"/>
          </p:cNvSpPr>
          <p:nvPr>
            <p:ph type="sldNum" sz="quarter" idx="12"/>
          </p:nvPr>
        </p:nvSpPr>
        <p:spPr/>
        <p:txBody>
          <a:bodyPr/>
          <a:lstStyle/>
          <a:p>
            <a:fld id="{4BEDD84E-25D4-4983-8AA1-2863C96F08D9}" type="slidenum">
              <a:rPr lang="ko-KR" altLang="en-US" smtClean="0"/>
              <a:pPr/>
              <a:t>‹#›</a:t>
            </a:fld>
            <a:endParaRPr lang="ko-KR" altLang="en-US"/>
          </a:p>
        </p:txBody>
      </p:sp>
    </p:spTree>
    <p:extLst>
      <p:ext uri="{BB962C8B-B14F-4D97-AF65-F5344CB8AC3E}">
        <p14:creationId xmlns:p14="http://schemas.microsoft.com/office/powerpoint/2010/main" val="4185756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빈 화면">
    <p:spTree>
      <p:nvGrpSpPr>
        <p:cNvPr id="1" name=""/>
        <p:cNvGrpSpPr/>
        <p:nvPr/>
      </p:nvGrpSpPr>
      <p:grpSpPr>
        <a:xfrm>
          <a:off x="0" y="0"/>
          <a:ext cx="0" cy="0"/>
          <a:chOff x="0" y="0"/>
          <a:chExt cx="0" cy="0"/>
        </a:xfrm>
      </p:grpSpPr>
      <p:sp>
        <p:nvSpPr>
          <p:cNvPr id="3" name="날짜 개체 틀 2"/>
          <p:cNvSpPr>
            <a:spLocks noGrp="1"/>
          </p:cNvSpPr>
          <p:nvPr>
            <p:ph type="dt" sz="half" idx="10"/>
          </p:nvPr>
        </p:nvSpPr>
        <p:spPr>
          <a:xfrm>
            <a:off x="152400" y="6477000"/>
            <a:ext cx="2514600" cy="288925"/>
          </a:xfrm>
          <a:prstGeom prst="rect">
            <a:avLst/>
          </a:prstGeom>
        </p:spPr>
        <p:txBody>
          <a:bodyPr/>
          <a:lstStyle/>
          <a:p>
            <a:fld id="{25D1ED48-1338-488C-95A0-C2F99E0A35E6}" type="datetime1">
              <a:rPr lang="ko-KR" altLang="en-US" smtClean="0"/>
              <a:pPr/>
              <a:t>2026. 4. 29.</a:t>
            </a:fld>
            <a:endParaRPr lang="ko-KR" altLang="en-US"/>
          </a:p>
        </p:txBody>
      </p:sp>
      <p:sp>
        <p:nvSpPr>
          <p:cNvPr id="24" name="바닥글 개체 틀 23"/>
          <p:cNvSpPr>
            <a:spLocks noGrp="1"/>
          </p:cNvSpPr>
          <p:nvPr>
            <p:ph type="ftr" sz="quarter" idx="11"/>
          </p:nvPr>
        </p:nvSpPr>
        <p:spPr/>
        <p:txBody>
          <a:bodyPr/>
          <a:lstStyle/>
          <a:p>
            <a:r>
              <a:rPr lang="en-US" altLang="ko-KR"/>
              <a:t>Man Machine Interface Lab.</a:t>
            </a:r>
            <a:endParaRPr lang="ko-KR" altLang="en-US"/>
          </a:p>
        </p:txBody>
      </p:sp>
      <p:sp>
        <p:nvSpPr>
          <p:cNvPr id="7" name="슬라이드 번호 개체 틀 6"/>
          <p:cNvSpPr>
            <a:spLocks noGrp="1"/>
          </p:cNvSpPr>
          <p:nvPr>
            <p:ph type="sldNum" sz="quarter" idx="12"/>
          </p:nvPr>
        </p:nvSpPr>
        <p:spPr/>
        <p:txBody>
          <a:bodyPr/>
          <a:lstStyle/>
          <a:p>
            <a:fld id="{4BEDD84E-25D4-4983-8AA1-2863C96F08D9}" type="slidenum">
              <a:rPr lang="ko-KR" altLang="en-US" smtClean="0"/>
              <a:pPr/>
              <a:t>‹#›</a:t>
            </a:fld>
            <a:endParaRPr lang="ko-KR" altLang="en-US"/>
          </a:p>
        </p:txBody>
      </p:sp>
    </p:spTree>
    <p:extLst>
      <p:ext uri="{BB962C8B-B14F-4D97-AF65-F5344CB8AC3E}">
        <p14:creationId xmlns:p14="http://schemas.microsoft.com/office/powerpoint/2010/main" val="40126663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캡션 있는 콘텐츠">
    <p:spTree>
      <p:nvGrpSpPr>
        <p:cNvPr id="1" name=""/>
        <p:cNvGrpSpPr/>
        <p:nvPr/>
      </p:nvGrpSpPr>
      <p:grpSpPr>
        <a:xfrm>
          <a:off x="0" y="0"/>
          <a:ext cx="0" cy="0"/>
          <a:chOff x="0" y="0"/>
          <a:chExt cx="0" cy="0"/>
        </a:xfrm>
      </p:grpSpPr>
      <p:sp>
        <p:nvSpPr>
          <p:cNvPr id="8" name="직선 연결선 7"/>
          <p:cNvSpPr>
            <a:spLocks noChangeShapeType="1"/>
          </p:cNvSpPr>
          <p:nvPr/>
        </p:nvSpPr>
        <p:spPr bwMode="auto">
          <a:xfrm>
            <a:off x="514350" y="5849117"/>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제목 11"/>
          <p:cNvSpPr>
            <a:spLocks noGrp="1"/>
          </p:cNvSpPr>
          <p:nvPr>
            <p:ph type="title"/>
          </p:nvPr>
        </p:nvSpPr>
        <p:spPr>
          <a:xfrm>
            <a:off x="457200" y="5486400"/>
            <a:ext cx="8458200" cy="520700"/>
          </a:xfrm>
        </p:spPr>
        <p:txBody>
          <a:bodyPr anchor="ctr"/>
          <a:lstStyle>
            <a:lvl1pPr algn="l">
              <a:buNone/>
              <a:defRPr sz="2000" b="1"/>
            </a:lvl1pPr>
          </a:lstStyle>
          <a:p>
            <a:r>
              <a:rPr kumimoji="0" lang="ko-KR" altLang="en-US"/>
              <a:t>마스터 제목 스타일 편집</a:t>
            </a:r>
            <a:endParaRPr kumimoji="0" lang="en-US"/>
          </a:p>
        </p:txBody>
      </p:sp>
      <p:sp>
        <p:nvSpPr>
          <p:cNvPr id="26" name="텍스트 개체 틀 25"/>
          <p:cNvSpPr>
            <a:spLocks noGrp="1"/>
          </p:cNvSpPr>
          <p:nvPr>
            <p:ph type="body" idx="2"/>
          </p:nvPr>
        </p:nvSpPr>
        <p:spPr>
          <a:xfrm>
            <a:off x="457200" y="609600"/>
            <a:ext cx="3008313" cy="4800600"/>
          </a:xfrm>
          <a:prstGeom prst="rect">
            <a:avLst/>
          </a:prstGeo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ko-KR" altLang="en-US"/>
              <a:t>마스터 텍스트 스타일을 편집합니다</a:t>
            </a:r>
          </a:p>
        </p:txBody>
      </p:sp>
      <p:sp>
        <p:nvSpPr>
          <p:cNvPr id="14" name="내용 개체 틀 13"/>
          <p:cNvSpPr>
            <a:spLocks noGrp="1"/>
          </p:cNvSpPr>
          <p:nvPr>
            <p:ph sz="half" idx="1"/>
          </p:nvPr>
        </p:nvSpPr>
        <p:spPr>
          <a:xfrm>
            <a:off x="3575050" y="609600"/>
            <a:ext cx="5340350" cy="4800600"/>
          </a:xfrm>
          <a:prstGeom prst="rect">
            <a:avLst/>
          </a:prstGeom>
        </p:spPr>
        <p:txBody>
          <a:bodyPr/>
          <a:lstStyle>
            <a:lvl1pPr>
              <a:defRPr sz="3200"/>
            </a:lvl1pPr>
            <a:lvl2pPr>
              <a:defRPr sz="2800"/>
            </a:lvl2pPr>
            <a:lvl3pPr>
              <a:defRPr sz="2400"/>
            </a:lvl3pPr>
            <a:lvl4pPr>
              <a:defRPr sz="2000"/>
            </a:lvl4pPr>
            <a:lvl5pPr>
              <a:defRPr sz="2000"/>
            </a:lvl5pPr>
          </a:lstStyle>
          <a:p>
            <a:pPr lvl="0" eaLnBrk="1" latinLnBrk="0" hangingPunct="1"/>
            <a:r>
              <a:rPr lang="ko-KR" altLang="en-US"/>
              <a:t>마스터 텍스트 스타일을 편집합니다</a:t>
            </a:r>
          </a:p>
          <a:p>
            <a:pPr lvl="1" eaLnBrk="1" latinLnBrk="0" hangingPunct="1"/>
            <a:r>
              <a:rPr lang="ko-KR" altLang="en-US"/>
              <a:t>둘째 수준</a:t>
            </a:r>
          </a:p>
          <a:p>
            <a:pPr lvl="2" eaLnBrk="1" latinLnBrk="0" hangingPunct="1"/>
            <a:r>
              <a:rPr lang="ko-KR" altLang="en-US"/>
              <a:t>셋째 수준</a:t>
            </a:r>
          </a:p>
          <a:p>
            <a:pPr lvl="3" eaLnBrk="1" latinLnBrk="0" hangingPunct="1"/>
            <a:r>
              <a:rPr lang="ko-KR" altLang="en-US"/>
              <a:t>넷째 수준</a:t>
            </a:r>
          </a:p>
          <a:p>
            <a:pPr lvl="4" eaLnBrk="1" latinLnBrk="0" hangingPunct="1"/>
            <a:r>
              <a:rPr lang="ko-KR" altLang="en-US"/>
              <a:t>다섯째 수준</a:t>
            </a:r>
            <a:endParaRPr kumimoji="0" lang="en-US"/>
          </a:p>
        </p:txBody>
      </p:sp>
      <p:sp>
        <p:nvSpPr>
          <p:cNvPr id="25" name="날짜 개체 틀 24"/>
          <p:cNvSpPr>
            <a:spLocks noGrp="1"/>
          </p:cNvSpPr>
          <p:nvPr>
            <p:ph type="dt" sz="half" idx="10"/>
          </p:nvPr>
        </p:nvSpPr>
        <p:spPr>
          <a:xfrm>
            <a:off x="152400" y="6477000"/>
            <a:ext cx="2514600" cy="288925"/>
          </a:xfrm>
          <a:prstGeom prst="rect">
            <a:avLst/>
          </a:prstGeom>
        </p:spPr>
        <p:txBody>
          <a:bodyPr/>
          <a:lstStyle/>
          <a:p>
            <a:fld id="{EC8D91F6-311B-42B3-9D17-07F82E3FCFE8}" type="datetime1">
              <a:rPr lang="ko-KR" altLang="en-US" smtClean="0"/>
              <a:pPr/>
              <a:t>2026. 4. 29.</a:t>
            </a:fld>
            <a:endParaRPr lang="ko-KR" altLang="en-US"/>
          </a:p>
        </p:txBody>
      </p:sp>
      <p:sp>
        <p:nvSpPr>
          <p:cNvPr id="29" name="바닥글 개체 틀 28"/>
          <p:cNvSpPr>
            <a:spLocks noGrp="1"/>
          </p:cNvSpPr>
          <p:nvPr>
            <p:ph type="ftr" sz="quarter" idx="11"/>
          </p:nvPr>
        </p:nvSpPr>
        <p:spPr/>
        <p:txBody>
          <a:bodyPr/>
          <a:lstStyle/>
          <a:p>
            <a:r>
              <a:rPr lang="en-US" altLang="ko-KR"/>
              <a:t>Man Machine Interface Lab.</a:t>
            </a:r>
            <a:endParaRPr lang="ko-KR" altLang="en-US"/>
          </a:p>
        </p:txBody>
      </p:sp>
      <p:sp>
        <p:nvSpPr>
          <p:cNvPr id="7" name="슬라이드 번호 개체 틀 6"/>
          <p:cNvSpPr>
            <a:spLocks noGrp="1"/>
          </p:cNvSpPr>
          <p:nvPr>
            <p:ph type="sldNum" sz="quarter" idx="12"/>
          </p:nvPr>
        </p:nvSpPr>
        <p:spPr/>
        <p:txBody>
          <a:bodyPr/>
          <a:lstStyle/>
          <a:p>
            <a:fld id="{4BEDD84E-25D4-4983-8AA1-2863C96F08D9}" type="slidenum">
              <a:rPr lang="ko-KR" altLang="en-US" smtClean="0"/>
              <a:pPr/>
              <a:t>‹#›</a:t>
            </a:fld>
            <a:endParaRPr lang="ko-KR" altLang="en-US"/>
          </a:p>
        </p:txBody>
      </p:sp>
    </p:spTree>
    <p:extLst>
      <p:ext uri="{BB962C8B-B14F-4D97-AF65-F5344CB8AC3E}">
        <p14:creationId xmlns:p14="http://schemas.microsoft.com/office/powerpoint/2010/main" val="2512695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캡션 있는 그림">
    <p:spTree>
      <p:nvGrpSpPr>
        <p:cNvPr id="1" name=""/>
        <p:cNvGrpSpPr/>
        <p:nvPr/>
      </p:nvGrpSpPr>
      <p:grpSpPr>
        <a:xfrm>
          <a:off x="0" y="0"/>
          <a:ext cx="0" cy="0"/>
          <a:chOff x="0" y="0"/>
          <a:chExt cx="0" cy="0"/>
        </a:xfrm>
      </p:grpSpPr>
      <p:sp>
        <p:nvSpPr>
          <p:cNvPr id="13" name="그림 개체 틀 12"/>
          <p:cNvSpPr>
            <a:spLocks noGrp="1"/>
          </p:cNvSpPr>
          <p:nvPr>
            <p:ph type="pic" idx="1"/>
          </p:nvPr>
        </p:nvSpPr>
        <p:spPr>
          <a:xfrm>
            <a:off x="3505200" y="616634"/>
            <a:ext cx="5029200" cy="3657600"/>
          </a:xfrm>
          <a:prstGeom prst="rect">
            <a:avLst/>
          </a:prstGeom>
          <a:solidFill>
            <a:schemeClr val="bg1"/>
          </a:solidFill>
          <a:ln w="6350">
            <a:solidFill>
              <a:schemeClr val="accent1"/>
            </a:solidFill>
          </a:ln>
          <a:effectLst>
            <a:reflection blurRad="1000" stA="49000" endA="500" endPos="10000" dist="900" dir="5400000" sy="-90000" algn="bl" rotWithShape="0"/>
          </a:effectLst>
        </p:spPr>
        <p:txBody>
          <a:bodyPr/>
          <a:lstStyle>
            <a:lvl1pPr marL="0" indent="0">
              <a:buNone/>
              <a:defRPr sz="3200"/>
            </a:lvl1pPr>
          </a:lstStyle>
          <a:p>
            <a:r>
              <a:rPr kumimoji="0" lang="ko-KR" altLang="en-US"/>
              <a:t>그림을 추가하려면 아이콘을 클릭하십시오</a:t>
            </a:r>
            <a:endParaRPr kumimoji="0" lang="en-US" dirty="0"/>
          </a:p>
        </p:txBody>
      </p:sp>
      <p:sp>
        <p:nvSpPr>
          <p:cNvPr id="7" name="날짜 개체 틀 6"/>
          <p:cNvSpPr>
            <a:spLocks noGrp="1"/>
          </p:cNvSpPr>
          <p:nvPr>
            <p:ph type="dt" sz="half" idx="10"/>
          </p:nvPr>
        </p:nvSpPr>
        <p:spPr>
          <a:xfrm>
            <a:off x="152400" y="6477000"/>
            <a:ext cx="2514600" cy="288925"/>
          </a:xfrm>
          <a:prstGeom prst="rect">
            <a:avLst/>
          </a:prstGeom>
        </p:spPr>
        <p:txBody>
          <a:bodyPr/>
          <a:lstStyle/>
          <a:p>
            <a:fld id="{05DA2291-7A67-422D-8130-489CD18D376A}" type="datetime1">
              <a:rPr lang="ko-KR" altLang="en-US" smtClean="0"/>
              <a:pPr/>
              <a:t>2026. 4. 29.</a:t>
            </a:fld>
            <a:endParaRPr lang="ko-KR" altLang="en-US"/>
          </a:p>
        </p:txBody>
      </p:sp>
      <p:sp>
        <p:nvSpPr>
          <p:cNvPr id="5" name="바닥글 개체 틀 4"/>
          <p:cNvSpPr>
            <a:spLocks noGrp="1"/>
          </p:cNvSpPr>
          <p:nvPr>
            <p:ph type="ftr" sz="quarter" idx="11"/>
          </p:nvPr>
        </p:nvSpPr>
        <p:spPr/>
        <p:txBody>
          <a:bodyPr/>
          <a:lstStyle/>
          <a:p>
            <a:r>
              <a:rPr lang="en-US" altLang="ko-KR"/>
              <a:t>Man Machine Interface Lab.</a:t>
            </a:r>
            <a:endParaRPr lang="ko-KR" altLang="en-US"/>
          </a:p>
        </p:txBody>
      </p:sp>
      <p:sp>
        <p:nvSpPr>
          <p:cNvPr id="31" name="슬라이드 번호 개체 틀 30"/>
          <p:cNvSpPr>
            <a:spLocks noGrp="1"/>
          </p:cNvSpPr>
          <p:nvPr>
            <p:ph type="sldNum" sz="quarter" idx="12"/>
          </p:nvPr>
        </p:nvSpPr>
        <p:spPr/>
        <p:txBody>
          <a:bodyPr/>
          <a:lstStyle/>
          <a:p>
            <a:fld id="{4BEDD84E-25D4-4983-8AA1-2863C96F08D9}" type="slidenum">
              <a:rPr lang="ko-KR" altLang="en-US" smtClean="0"/>
              <a:pPr/>
              <a:t>‹#›</a:t>
            </a:fld>
            <a:endParaRPr lang="ko-KR" altLang="en-US"/>
          </a:p>
        </p:txBody>
      </p:sp>
      <p:sp>
        <p:nvSpPr>
          <p:cNvPr id="17" name="제목 16"/>
          <p:cNvSpPr>
            <a:spLocks noGrp="1"/>
          </p:cNvSpPr>
          <p:nvPr>
            <p:ph type="title"/>
          </p:nvPr>
        </p:nvSpPr>
        <p:spPr>
          <a:xfrm>
            <a:off x="381000" y="4993760"/>
            <a:ext cx="5867400" cy="522288"/>
          </a:xfrm>
        </p:spPr>
        <p:txBody>
          <a:bodyPr anchor="ctr"/>
          <a:lstStyle>
            <a:lvl1pPr algn="l">
              <a:buNone/>
              <a:defRPr sz="2000" b="1"/>
            </a:lvl1pPr>
          </a:lstStyle>
          <a:p>
            <a:r>
              <a:rPr kumimoji="0" lang="ko-KR" altLang="en-US"/>
              <a:t>마스터 제목 스타일 편집</a:t>
            </a:r>
            <a:endParaRPr kumimoji="0" lang="en-US"/>
          </a:p>
        </p:txBody>
      </p:sp>
      <p:sp>
        <p:nvSpPr>
          <p:cNvPr id="26" name="텍스트 개체 틀 25"/>
          <p:cNvSpPr>
            <a:spLocks noGrp="1"/>
          </p:cNvSpPr>
          <p:nvPr>
            <p:ph type="body" sz="half" idx="2"/>
          </p:nvPr>
        </p:nvSpPr>
        <p:spPr>
          <a:xfrm>
            <a:off x="381000" y="5533218"/>
            <a:ext cx="5867400" cy="768350"/>
          </a:xfrm>
          <a:prstGeom prst="rect">
            <a:avLst/>
          </a:prstGeom>
        </p:spPr>
        <p:txBody>
          <a:bodyPr lIns="109728" tIns="0"/>
          <a:lstStyle>
            <a:lvl1pPr marL="0" indent="0">
              <a:buNone/>
              <a:defRPr sz="1400"/>
            </a:lvl1pPr>
            <a:lvl2pPr>
              <a:defRPr sz="1200"/>
            </a:lvl2pPr>
            <a:lvl3pPr>
              <a:defRPr sz="1000"/>
            </a:lvl3pPr>
            <a:lvl4pPr>
              <a:defRPr sz="900"/>
            </a:lvl4pPr>
            <a:lvl5pPr>
              <a:defRPr sz="900"/>
            </a:lvl5pPr>
          </a:lstStyle>
          <a:p>
            <a:pPr lvl="0" eaLnBrk="1" latinLnBrk="0" hangingPunct="1"/>
            <a:r>
              <a:rPr kumimoji="0" lang="ko-KR" altLang="en-US"/>
              <a:t>마스터 텍스트 스타일을 편집합니다</a:t>
            </a:r>
          </a:p>
        </p:txBody>
      </p:sp>
    </p:spTree>
    <p:extLst>
      <p:ext uri="{BB962C8B-B14F-4D97-AF65-F5344CB8AC3E}">
        <p14:creationId xmlns:p14="http://schemas.microsoft.com/office/powerpoint/2010/main" val="14405804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kumimoji="0" lang="ko-KR" altLang="en-US"/>
              <a:t>마스터 제목 스타일 편집</a:t>
            </a:r>
            <a:endParaRPr kumimoji="0" lang="en-US"/>
          </a:p>
        </p:txBody>
      </p:sp>
      <p:sp>
        <p:nvSpPr>
          <p:cNvPr id="3" name="세로 텍스트 개체 틀 2"/>
          <p:cNvSpPr>
            <a:spLocks noGrp="1"/>
          </p:cNvSpPr>
          <p:nvPr>
            <p:ph type="body" orient="vert" idx="1"/>
          </p:nvPr>
        </p:nvSpPr>
        <p:spPr>
          <a:xfrm>
            <a:off x="304800" y="1143792"/>
            <a:ext cx="8686800" cy="5257008"/>
          </a:xfrm>
          <a:prstGeom prst="rect">
            <a:avLst/>
          </a:prstGeom>
        </p:spPr>
        <p:txBody>
          <a:bodyPr vert="eaVert"/>
          <a:lstStyle/>
          <a:p>
            <a:pPr lvl="0" eaLnBrk="1" latinLnBrk="0" hangingPunct="1"/>
            <a:r>
              <a:rPr lang="ko-KR" altLang="en-US"/>
              <a:t>마스터 텍스트 스타일을 편집합니다</a:t>
            </a:r>
          </a:p>
          <a:p>
            <a:pPr lvl="1" eaLnBrk="1" latinLnBrk="0" hangingPunct="1"/>
            <a:r>
              <a:rPr lang="ko-KR" altLang="en-US"/>
              <a:t>둘째 수준</a:t>
            </a:r>
          </a:p>
          <a:p>
            <a:pPr lvl="2" eaLnBrk="1" latinLnBrk="0" hangingPunct="1"/>
            <a:r>
              <a:rPr lang="ko-KR" altLang="en-US"/>
              <a:t>셋째 수준</a:t>
            </a:r>
          </a:p>
          <a:p>
            <a:pPr lvl="3" eaLnBrk="1" latinLnBrk="0" hangingPunct="1"/>
            <a:r>
              <a:rPr lang="ko-KR" altLang="en-US"/>
              <a:t>넷째 수준</a:t>
            </a:r>
          </a:p>
          <a:p>
            <a:pPr lvl="4" eaLnBrk="1" latinLnBrk="0" hangingPunct="1"/>
            <a:r>
              <a:rPr lang="ko-KR" altLang="en-US"/>
              <a:t>다섯째 수준</a:t>
            </a:r>
            <a:endParaRPr kumimoji="0" lang="en-US"/>
          </a:p>
        </p:txBody>
      </p:sp>
      <p:sp>
        <p:nvSpPr>
          <p:cNvPr id="4" name="날짜 개체 틀 3"/>
          <p:cNvSpPr>
            <a:spLocks noGrp="1"/>
          </p:cNvSpPr>
          <p:nvPr>
            <p:ph type="dt" sz="half" idx="10"/>
          </p:nvPr>
        </p:nvSpPr>
        <p:spPr>
          <a:xfrm>
            <a:off x="152400" y="6477000"/>
            <a:ext cx="2514600" cy="288925"/>
          </a:xfrm>
          <a:prstGeom prst="rect">
            <a:avLst/>
          </a:prstGeom>
        </p:spPr>
        <p:txBody>
          <a:bodyPr/>
          <a:lstStyle/>
          <a:p>
            <a:fld id="{0E53EA08-071E-45C6-ABEF-44293DE47DF3}" type="datetime1">
              <a:rPr lang="ko-KR" altLang="en-US" smtClean="0"/>
              <a:pPr/>
              <a:t>2026. 4. 29.</a:t>
            </a:fld>
            <a:endParaRPr lang="ko-KR" altLang="en-US"/>
          </a:p>
        </p:txBody>
      </p:sp>
      <p:sp>
        <p:nvSpPr>
          <p:cNvPr id="5" name="바닥글 개체 틀 4"/>
          <p:cNvSpPr>
            <a:spLocks noGrp="1"/>
          </p:cNvSpPr>
          <p:nvPr>
            <p:ph type="ftr" sz="quarter" idx="11"/>
          </p:nvPr>
        </p:nvSpPr>
        <p:spPr/>
        <p:txBody>
          <a:bodyPr/>
          <a:lstStyle/>
          <a:p>
            <a:r>
              <a:rPr lang="en-US" altLang="ko-KR"/>
              <a:t>Man Machine Interface Lab.</a:t>
            </a:r>
            <a:endParaRPr lang="ko-KR" altLang="en-US"/>
          </a:p>
        </p:txBody>
      </p:sp>
      <p:sp>
        <p:nvSpPr>
          <p:cNvPr id="6" name="슬라이드 번호 개체 틀 5"/>
          <p:cNvSpPr>
            <a:spLocks noGrp="1"/>
          </p:cNvSpPr>
          <p:nvPr>
            <p:ph type="sldNum" sz="quarter" idx="12"/>
          </p:nvPr>
        </p:nvSpPr>
        <p:spPr/>
        <p:txBody>
          <a:bodyPr/>
          <a:lstStyle/>
          <a:p>
            <a:fld id="{4BEDD84E-25D4-4983-8AA1-2863C96F08D9}" type="slidenum">
              <a:rPr lang="ko-KR" altLang="en-US" smtClean="0"/>
              <a:pPr/>
              <a:t>‹#›</a:t>
            </a:fld>
            <a:endParaRPr lang="ko-KR" altLang="en-US"/>
          </a:p>
        </p:txBody>
      </p:sp>
    </p:spTree>
    <p:extLst>
      <p:ext uri="{BB962C8B-B14F-4D97-AF65-F5344CB8AC3E}">
        <p14:creationId xmlns:p14="http://schemas.microsoft.com/office/powerpoint/2010/main" val="24637563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858000" y="549276"/>
            <a:ext cx="1828800" cy="5851525"/>
          </a:xfrm>
        </p:spPr>
        <p:txBody>
          <a:bodyPr vert="eaVert"/>
          <a:lstStyle/>
          <a:p>
            <a:r>
              <a:rPr kumimoji="0" lang="ko-KR" altLang="en-US"/>
              <a:t>마스터 제목 스타일 편집</a:t>
            </a:r>
            <a:endParaRPr kumimoji="0" lang="en-US"/>
          </a:p>
        </p:txBody>
      </p:sp>
      <p:sp>
        <p:nvSpPr>
          <p:cNvPr id="3" name="세로 텍스트 개체 틀 2"/>
          <p:cNvSpPr>
            <a:spLocks noGrp="1"/>
          </p:cNvSpPr>
          <p:nvPr>
            <p:ph type="body" orient="vert" idx="1"/>
          </p:nvPr>
        </p:nvSpPr>
        <p:spPr>
          <a:xfrm>
            <a:off x="457200" y="549276"/>
            <a:ext cx="6248400" cy="5851525"/>
          </a:xfrm>
          <a:prstGeom prst="rect">
            <a:avLst/>
          </a:prstGeom>
        </p:spPr>
        <p:txBody>
          <a:bodyPr vert="eaVert"/>
          <a:lstStyle/>
          <a:p>
            <a:pPr lvl="0" eaLnBrk="1" latinLnBrk="0" hangingPunct="1"/>
            <a:r>
              <a:rPr lang="ko-KR" altLang="en-US"/>
              <a:t>마스터 텍스트 스타일을 편집합니다</a:t>
            </a:r>
          </a:p>
          <a:p>
            <a:pPr lvl="1" eaLnBrk="1" latinLnBrk="0" hangingPunct="1"/>
            <a:r>
              <a:rPr lang="ko-KR" altLang="en-US"/>
              <a:t>둘째 수준</a:t>
            </a:r>
          </a:p>
          <a:p>
            <a:pPr lvl="2" eaLnBrk="1" latinLnBrk="0" hangingPunct="1"/>
            <a:r>
              <a:rPr lang="ko-KR" altLang="en-US"/>
              <a:t>셋째 수준</a:t>
            </a:r>
          </a:p>
          <a:p>
            <a:pPr lvl="3" eaLnBrk="1" latinLnBrk="0" hangingPunct="1"/>
            <a:r>
              <a:rPr lang="ko-KR" altLang="en-US"/>
              <a:t>넷째 수준</a:t>
            </a:r>
          </a:p>
          <a:p>
            <a:pPr lvl="4" eaLnBrk="1" latinLnBrk="0" hangingPunct="1"/>
            <a:r>
              <a:rPr lang="ko-KR" altLang="en-US"/>
              <a:t>다섯째 수준</a:t>
            </a:r>
            <a:endParaRPr kumimoji="0" lang="en-US"/>
          </a:p>
        </p:txBody>
      </p:sp>
      <p:sp>
        <p:nvSpPr>
          <p:cNvPr id="4" name="날짜 개체 틀 3"/>
          <p:cNvSpPr>
            <a:spLocks noGrp="1"/>
          </p:cNvSpPr>
          <p:nvPr>
            <p:ph type="dt" sz="half" idx="10"/>
          </p:nvPr>
        </p:nvSpPr>
        <p:spPr>
          <a:xfrm>
            <a:off x="152400" y="6477000"/>
            <a:ext cx="2514600" cy="288925"/>
          </a:xfrm>
          <a:prstGeom prst="rect">
            <a:avLst/>
          </a:prstGeom>
        </p:spPr>
        <p:txBody>
          <a:bodyPr/>
          <a:lstStyle/>
          <a:p>
            <a:fld id="{25C7046A-8A9C-47A5-BF88-E22AA839B34A}" type="datetime1">
              <a:rPr lang="ko-KR" altLang="en-US" smtClean="0"/>
              <a:pPr/>
              <a:t>2026. 4. 29.</a:t>
            </a:fld>
            <a:endParaRPr lang="ko-KR" altLang="en-US"/>
          </a:p>
        </p:txBody>
      </p:sp>
      <p:sp>
        <p:nvSpPr>
          <p:cNvPr id="5" name="바닥글 개체 틀 4"/>
          <p:cNvSpPr>
            <a:spLocks noGrp="1"/>
          </p:cNvSpPr>
          <p:nvPr>
            <p:ph type="ftr" sz="quarter" idx="11"/>
          </p:nvPr>
        </p:nvSpPr>
        <p:spPr/>
        <p:txBody>
          <a:bodyPr/>
          <a:lstStyle/>
          <a:p>
            <a:r>
              <a:rPr lang="en-US" altLang="ko-KR"/>
              <a:t>Man Machine Interface Lab.</a:t>
            </a:r>
            <a:endParaRPr lang="ko-KR" altLang="en-US"/>
          </a:p>
        </p:txBody>
      </p:sp>
      <p:sp>
        <p:nvSpPr>
          <p:cNvPr id="6" name="슬라이드 번호 개체 틀 5"/>
          <p:cNvSpPr>
            <a:spLocks noGrp="1"/>
          </p:cNvSpPr>
          <p:nvPr>
            <p:ph type="sldNum" sz="quarter" idx="12"/>
          </p:nvPr>
        </p:nvSpPr>
        <p:spPr/>
        <p:txBody>
          <a:bodyPr/>
          <a:lstStyle/>
          <a:p>
            <a:fld id="{4BEDD84E-25D4-4983-8AA1-2863C96F08D9}" type="slidenum">
              <a:rPr lang="ko-KR" altLang="en-US" smtClean="0"/>
              <a:pPr/>
              <a:t>‹#›</a:t>
            </a:fld>
            <a:endParaRPr lang="ko-KR" altLang="en-US"/>
          </a:p>
        </p:txBody>
      </p:sp>
    </p:spTree>
    <p:extLst>
      <p:ext uri="{BB962C8B-B14F-4D97-AF65-F5344CB8AC3E}">
        <p14:creationId xmlns:p14="http://schemas.microsoft.com/office/powerpoint/2010/main" val="41499473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제목 슬라이드" type="title" preserve="1">
  <p:cSld name="제목 슬라이드">
    <p:spTree>
      <p:nvGrpSpPr>
        <p:cNvPr id="1" name=""/>
        <p:cNvGrpSpPr/>
        <p:nvPr/>
      </p:nvGrpSpPr>
      <p:grpSpPr>
        <a:xfrm>
          <a:off x="0" y="0"/>
          <a:ext cx="0" cy="0"/>
          <a:chOff x="0" y="0"/>
          <a:chExt cx="0" cy="0"/>
        </a:xfrm>
      </p:grpSpPr>
      <p:sp>
        <p:nvSpPr>
          <p:cNvPr id="7" name="직선 연결선 6"/>
          <p:cNvSpPr>
            <a:spLocks noChangeShapeType="1"/>
          </p:cNvSpPr>
          <p:nvPr/>
        </p:nvSpPr>
        <p:spPr>
          <a:xfrm>
            <a:off x="514350" y="5349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w="med" len="med"/>
            <a:tailEnd w="med" len="med"/>
          </a:ln>
          <a:effectLst/>
        </p:spPr>
        <p:txBody>
          <a:bodyPr vert="horz" wrap="square" lIns="91440" tIns="45720" rIns="91440" bIns="45720" anchor="t"/>
          <a:lstStyle/>
          <a:p>
            <a:pPr lvl="0">
              <a:defRPr/>
            </a:pPr>
            <a:endParaRPr kumimoji="0" lang="en-US"/>
          </a:p>
        </p:txBody>
      </p:sp>
      <p:sp>
        <p:nvSpPr>
          <p:cNvPr id="29" name="제목 28"/>
          <p:cNvSpPr>
            <a:spLocks noGrp="1"/>
          </p:cNvSpPr>
          <p:nvPr>
            <p:ph type="ctrTitle"/>
          </p:nvPr>
        </p:nvSpPr>
        <p:spPr>
          <a:xfrm>
            <a:off x="381000" y="4853411"/>
            <a:ext cx="8458200" cy="1222375"/>
          </a:xfrm>
        </p:spPr>
        <p:txBody>
          <a:bodyPr anchor="t"/>
          <a:lstStyle>
            <a:lvl1pPr>
              <a:defRPr cap="none" baseline="0"/>
            </a:lvl1pPr>
          </a:lstStyle>
          <a:p>
            <a:pPr lvl="0">
              <a:defRPr/>
            </a:pPr>
            <a:r>
              <a:rPr kumimoji="0" lang="ko-KR" altLang="en-US"/>
              <a:t>마스터 제목 스타일 편집</a:t>
            </a:r>
            <a:endParaRPr kumimoji="0" lang="en-US"/>
          </a:p>
        </p:txBody>
      </p:sp>
      <p:sp>
        <p:nvSpPr>
          <p:cNvPr id="9" name="부제목 8"/>
          <p:cNvSpPr>
            <a:spLocks noGrp="1"/>
          </p:cNvSpPr>
          <p:nvPr>
            <p:ph type="subTitle" idx="1" hasCustomPrompt="1"/>
          </p:nvPr>
        </p:nvSpPr>
        <p:spPr>
          <a:xfrm>
            <a:off x="381000" y="3886200"/>
            <a:ext cx="8458200" cy="914400"/>
          </a:xfrm>
          <a:prstGeom prst="rect">
            <a:avLst/>
          </a:prstGeom>
        </p:spPr>
        <p:txBody>
          <a:bodyPr anchor="b"/>
          <a:lstStyle>
            <a:lvl1pPr marL="0" indent="0" algn="l">
              <a:buNone/>
              <a:defRPr sz="2400">
                <a:solidFill>
                  <a:schemeClr val="tx2">
                    <a:shade val="75000"/>
                  </a:schemeClr>
                </a:solidFill>
                <a:latin typeface="Times New Roman"/>
                <a:cs typeface="Times New Roman"/>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lvl="0">
              <a:defRPr/>
            </a:pPr>
            <a:r>
              <a:rPr kumimoji="0" lang="ko-KR" altLang="en-US"/>
              <a:t>마스터 부제목 스타일 편집</a:t>
            </a:r>
            <a:endParaRPr kumimoji="0" lang="en-US"/>
          </a:p>
        </p:txBody>
      </p:sp>
      <p:sp>
        <p:nvSpPr>
          <p:cNvPr id="16" name="날짜 개체 틀 15"/>
          <p:cNvSpPr>
            <a:spLocks noGrp="1"/>
          </p:cNvSpPr>
          <p:nvPr>
            <p:ph type="dt" sz="half" idx="10"/>
          </p:nvPr>
        </p:nvSpPr>
        <p:spPr>
          <a:xfrm>
            <a:off x="142844" y="6429396"/>
            <a:ext cx="2514600" cy="288925"/>
          </a:xfrm>
          <a:prstGeom prst="rect">
            <a:avLst/>
          </a:prstGeom>
        </p:spPr>
        <p:txBody>
          <a:bodyPr/>
          <a:lstStyle/>
          <a:p>
            <a:pPr lvl="0">
              <a:defRPr/>
            </a:pPr>
            <a:fld id="{B632950A-F512-41A3-8F79-6A271EB6ACD6}" type="datetime1">
              <a:rPr lang="ko-KR" altLang="en-US"/>
              <a:pPr lvl="0">
                <a:defRPr/>
              </a:pPr>
              <a:t>2026. 4. 29.</a:t>
            </a:fld>
            <a:endParaRPr lang="ko-KR" altLang="en-US"/>
          </a:p>
        </p:txBody>
      </p:sp>
      <p:sp>
        <p:nvSpPr>
          <p:cNvPr id="2" name="바닥글 개체 틀 1"/>
          <p:cNvSpPr>
            <a:spLocks noGrp="1"/>
          </p:cNvSpPr>
          <p:nvPr>
            <p:ph type="ftr" sz="quarter" idx="11"/>
          </p:nvPr>
        </p:nvSpPr>
        <p:spPr>
          <a:xfrm>
            <a:off x="2892928" y="6429396"/>
            <a:ext cx="3352800" cy="288925"/>
          </a:xfrm>
        </p:spPr>
        <p:txBody>
          <a:bodyPr/>
          <a:lstStyle>
            <a:lvl1pPr algn="ctr">
              <a:defRPr/>
            </a:lvl1pPr>
          </a:lstStyle>
          <a:p>
            <a:pPr lvl="0">
              <a:defRPr/>
            </a:pPr>
            <a:r>
              <a:rPr lang="en-US" altLang="ko-KR"/>
              <a:t>Man Machine Interface Lab.</a:t>
            </a:r>
            <a:endParaRPr lang="ko-KR" altLang="en-US"/>
          </a:p>
        </p:txBody>
      </p:sp>
      <p:sp>
        <p:nvSpPr>
          <p:cNvPr id="15" name="슬라이드 번호 개체 틀 14"/>
          <p:cNvSpPr>
            <a:spLocks noGrp="1"/>
          </p:cNvSpPr>
          <p:nvPr>
            <p:ph type="sldNum" sz="quarter" idx="12"/>
          </p:nvPr>
        </p:nvSpPr>
        <p:spPr>
          <a:xfrm>
            <a:off x="8229600" y="6473952"/>
            <a:ext cx="758952" cy="246888"/>
          </a:xfrm>
        </p:spPr>
        <p:txBody>
          <a:bodyPr/>
          <a:lstStyle/>
          <a:p>
            <a:pPr lvl="0">
              <a:defRPr/>
            </a:pPr>
            <a:fld id="{4BEDD84E-25D4-4983-8AA1-2863C96F08D9}" type="slidenum">
              <a:rPr lang="ko-KR" altLang="en-US"/>
              <a:pPr lvl="0">
                <a:defRPr/>
              </a:pPr>
              <a:t>‹#›</a:t>
            </a:fld>
            <a:endParaRPr lang="ko-KR" altLang="en-US"/>
          </a:p>
        </p:txBody>
      </p:sp>
    </p:spTree>
    <p:extLst>
      <p:ext uri="{BB962C8B-B14F-4D97-AF65-F5344CB8AC3E}">
        <p14:creationId xmlns:p14="http://schemas.microsoft.com/office/powerpoint/2010/main" val="4163340216"/>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제목 및 내용" preserve="1" userDrawn="1">
  <p:cSld name="제목 및 내용">
    <p:spTree>
      <p:nvGrpSpPr>
        <p:cNvPr id="1" name=""/>
        <p:cNvGrpSpPr/>
        <p:nvPr/>
      </p:nvGrpSpPr>
      <p:grpSpPr>
        <a:xfrm>
          <a:off x="0" y="0"/>
          <a:ext cx="0" cy="0"/>
          <a:chOff x="0" y="0"/>
          <a:chExt cx="0" cy="0"/>
        </a:xfrm>
      </p:grpSpPr>
      <p:sp>
        <p:nvSpPr>
          <p:cNvPr id="25" name="날짜 개체 틀 24"/>
          <p:cNvSpPr>
            <a:spLocks noGrp="1"/>
          </p:cNvSpPr>
          <p:nvPr>
            <p:ph type="dt" sz="half" idx="10"/>
          </p:nvPr>
        </p:nvSpPr>
        <p:spPr>
          <a:xfrm>
            <a:off x="128574" y="6429396"/>
            <a:ext cx="2514600" cy="288925"/>
          </a:xfrm>
          <a:prstGeom prst="rect">
            <a:avLst/>
          </a:prstGeom>
        </p:spPr>
        <p:txBody>
          <a:bodyPr/>
          <a:lstStyle/>
          <a:p>
            <a:pPr lvl="0">
              <a:defRPr/>
            </a:pPr>
            <a:fld id="{B83A37B9-9A4C-4C5A-AFE9-A9DA1B215BD5}" type="datetime1">
              <a:rPr lang="ko-KR" altLang="en-US"/>
              <a:pPr lvl="0">
                <a:defRPr/>
              </a:pPr>
              <a:t>2026. 4. 29.</a:t>
            </a:fld>
            <a:endParaRPr lang="ko-KR" altLang="en-US"/>
          </a:p>
        </p:txBody>
      </p:sp>
      <p:sp>
        <p:nvSpPr>
          <p:cNvPr id="19" name="바닥글 개체 틀 18"/>
          <p:cNvSpPr>
            <a:spLocks noGrp="1"/>
          </p:cNvSpPr>
          <p:nvPr>
            <p:ph type="ftr" sz="quarter" idx="11"/>
          </p:nvPr>
        </p:nvSpPr>
        <p:spPr>
          <a:xfrm>
            <a:off x="3121418" y="6429396"/>
            <a:ext cx="2895600" cy="288925"/>
          </a:xfrm>
        </p:spPr>
        <p:txBody>
          <a:bodyPr/>
          <a:lstStyle>
            <a:lvl1pPr algn="ctr">
              <a:defRPr/>
            </a:lvl1pPr>
          </a:lstStyle>
          <a:p>
            <a:pPr lvl="0">
              <a:defRPr/>
            </a:pPr>
            <a:r>
              <a:rPr lang="en-US" altLang="ko-KR"/>
              <a:t>Man Machine Interface Lab.</a:t>
            </a:r>
            <a:endParaRPr lang="ko-KR" altLang="en-US"/>
          </a:p>
        </p:txBody>
      </p:sp>
      <p:sp>
        <p:nvSpPr>
          <p:cNvPr id="16" name="슬라이드 번호 개체 틀 15"/>
          <p:cNvSpPr>
            <a:spLocks noGrp="1"/>
          </p:cNvSpPr>
          <p:nvPr>
            <p:ph type="sldNum" sz="quarter" idx="12"/>
          </p:nvPr>
        </p:nvSpPr>
        <p:spPr>
          <a:xfrm>
            <a:off x="8229600" y="6473952"/>
            <a:ext cx="758952" cy="246888"/>
          </a:xfrm>
        </p:spPr>
        <p:txBody>
          <a:bodyPr/>
          <a:lstStyle/>
          <a:p>
            <a:pPr lvl="0">
              <a:defRPr/>
            </a:pPr>
            <a:fld id="{4BEDD84E-25D4-4983-8AA1-2863C96F08D9}" type="slidenum">
              <a:rPr lang="ko-KR" altLang="en-US"/>
              <a:pPr lvl="0">
                <a:defRPr/>
              </a:pPr>
              <a:t>‹#›</a:t>
            </a:fld>
            <a:endParaRPr lang="ko-KR" altLang="en-US"/>
          </a:p>
        </p:txBody>
      </p:sp>
      <p:sp>
        <p:nvSpPr>
          <p:cNvPr id="11" name="직선 연결선 10"/>
          <p:cNvSpPr>
            <a:spLocks noChangeShapeType="1"/>
          </p:cNvSpPr>
          <p:nvPr userDrawn="1"/>
        </p:nvSpPr>
        <p:spPr>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w="med" len="med"/>
            <a:tailEnd w="med" len="med"/>
          </a:ln>
          <a:effectLst/>
        </p:spPr>
        <p:txBody>
          <a:bodyPr vert="horz" wrap="square" lIns="91440" tIns="45720" rIns="91440" bIns="45720" anchor="t"/>
          <a:lstStyle/>
          <a:p>
            <a:pPr lvl="0">
              <a:defRPr/>
            </a:pPr>
            <a:endParaRPr kumimoji="0" lang="en-US"/>
          </a:p>
        </p:txBody>
      </p:sp>
      <p:sp>
        <p:nvSpPr>
          <p:cNvPr id="12" name="제목 개체 틀 9"/>
          <p:cNvSpPr>
            <a:spLocks noGrp="1"/>
          </p:cNvSpPr>
          <p:nvPr>
            <p:ph type="title"/>
          </p:nvPr>
        </p:nvSpPr>
        <p:spPr>
          <a:xfrm>
            <a:off x="304800" y="457200"/>
            <a:ext cx="8686800" cy="838200"/>
          </a:xfrm>
          <a:prstGeom prst="rect">
            <a:avLst/>
          </a:prstGeom>
        </p:spPr>
        <p:txBody>
          <a:bodyPr vert="horz" anchor="ctr">
            <a:normAutofit/>
          </a:bodyPr>
          <a:lstStyle/>
          <a:p>
            <a:pPr lvl="0">
              <a:defRPr/>
            </a:pPr>
            <a:r>
              <a:rPr kumimoji="0" lang="ko-KR" altLang="en-US"/>
              <a:t>마스터 제목 스타일 편집</a:t>
            </a:r>
            <a:endParaRPr kumimoji="0" lang="en-US"/>
          </a:p>
        </p:txBody>
      </p:sp>
      <p:sp>
        <p:nvSpPr>
          <p:cNvPr id="13" name="직선 연결선 12"/>
          <p:cNvSpPr>
            <a:spLocks noChangeShapeType="1"/>
          </p:cNvSpPr>
          <p:nvPr userDrawn="1"/>
        </p:nvSpPr>
        <p:spPr>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w="med" len="med"/>
            <a:tailEnd w="med" len="med"/>
          </a:ln>
          <a:effectLst/>
        </p:spPr>
        <p:txBody>
          <a:bodyPr vert="horz" wrap="square" lIns="91440" tIns="45720" rIns="91440" bIns="45720" anchor="t"/>
          <a:lstStyle/>
          <a:p>
            <a:pPr lvl="0">
              <a:defRPr/>
            </a:pPr>
            <a:endParaRPr kumimoji="0" lang="en-US"/>
          </a:p>
        </p:txBody>
      </p:sp>
      <p:sp>
        <p:nvSpPr>
          <p:cNvPr id="14" name="직선 연결선 13"/>
          <p:cNvSpPr>
            <a:spLocks noChangeShapeType="1"/>
          </p:cNvSpPr>
          <p:nvPr userDrawn="1"/>
        </p:nvSpPr>
        <p:spPr>
          <a:xfrm>
            <a:off x="514350" y="1057986"/>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w="med" len="med"/>
            <a:tailEnd w="med" len="med"/>
          </a:ln>
          <a:effectLst/>
        </p:spPr>
        <p:txBody>
          <a:bodyPr vert="horz" wrap="square" lIns="91440" tIns="45720" rIns="91440" bIns="45720" anchor="t"/>
          <a:lstStyle/>
          <a:p>
            <a:pPr lvl="0">
              <a:defRPr/>
            </a:pPr>
            <a:endParaRPr kumimoji="0" lang="en-US"/>
          </a:p>
        </p:txBody>
      </p:sp>
      <p:sp>
        <p:nvSpPr>
          <p:cNvPr id="10" name="텍스트 개체 틀 7"/>
          <p:cNvSpPr>
            <a:spLocks noGrp="1"/>
          </p:cNvSpPr>
          <p:nvPr>
            <p:ph idx="1"/>
          </p:nvPr>
        </p:nvSpPr>
        <p:spPr>
          <a:xfrm>
            <a:off x="304800" y="1206272"/>
            <a:ext cx="8686800" cy="5194527"/>
          </a:xfrm>
          <a:prstGeom prst="rect">
            <a:avLst/>
          </a:prstGeom>
        </p:spPr>
        <p:txBody>
          <a:bodyPr vert="horz">
            <a:normAutofit/>
          </a:bodyPr>
          <a:lstStyle/>
          <a:p>
            <a:pPr lvl="0" eaLnBrk="1" latinLnBrk="0" hangingPunct="1">
              <a:defRPr/>
            </a:pPr>
            <a:r>
              <a:rPr kumimoji="0" lang="ko-KR" altLang="en-US"/>
              <a:t>마스터 텍스트 스타일을 편집합니다</a:t>
            </a:r>
          </a:p>
          <a:p>
            <a:pPr lvl="1" eaLnBrk="1" latinLnBrk="0" hangingPunct="1">
              <a:defRPr/>
            </a:pPr>
            <a:r>
              <a:rPr kumimoji="0" lang="ko-KR" altLang="en-US"/>
              <a:t>둘째 수준</a:t>
            </a:r>
          </a:p>
          <a:p>
            <a:pPr lvl="2" eaLnBrk="1" latinLnBrk="0" hangingPunct="1">
              <a:defRPr/>
            </a:pPr>
            <a:r>
              <a:rPr kumimoji="0" lang="ko-KR" altLang="en-US"/>
              <a:t>셋째 수준</a:t>
            </a:r>
          </a:p>
          <a:p>
            <a:pPr lvl="3" eaLnBrk="1" latinLnBrk="0" hangingPunct="1">
              <a:defRPr/>
            </a:pPr>
            <a:r>
              <a:rPr kumimoji="0" lang="ko-KR" altLang="en-US"/>
              <a:t>넷째 수준</a:t>
            </a:r>
          </a:p>
          <a:p>
            <a:pPr lvl="4" eaLnBrk="1" latinLnBrk="0" hangingPunct="1">
              <a:defRPr/>
            </a:pPr>
            <a:r>
              <a:rPr kumimoji="0" lang="ko-KR" altLang="en-US"/>
              <a:t>다섯째 수준</a:t>
            </a:r>
            <a:endParaRPr kumimoji="0" lang="en-US"/>
          </a:p>
        </p:txBody>
      </p:sp>
    </p:spTree>
    <p:extLst>
      <p:ext uri="{BB962C8B-B14F-4D97-AF65-F5344CB8AC3E}">
        <p14:creationId xmlns:p14="http://schemas.microsoft.com/office/powerpoint/2010/main" val="1368933314"/>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구역 머리글" type="secHead" preserve="1">
  <p:cSld name="구역 머리글">
    <p:spTree>
      <p:nvGrpSpPr>
        <p:cNvPr id="1" name=""/>
        <p:cNvGrpSpPr/>
        <p:nvPr/>
      </p:nvGrpSpPr>
      <p:grpSpPr>
        <a:xfrm>
          <a:off x="0" y="0"/>
          <a:ext cx="0" cy="0"/>
          <a:chOff x="0" y="0"/>
          <a:chExt cx="0" cy="0"/>
        </a:xfrm>
      </p:grpSpPr>
      <p:sp>
        <p:nvSpPr>
          <p:cNvPr id="7" name="직선 연결선 6"/>
          <p:cNvSpPr>
            <a:spLocks noChangeShapeType="1"/>
          </p:cNvSpPr>
          <p:nvPr/>
        </p:nvSpPr>
        <p:spPr>
          <a:xfrm>
            <a:off x="514350" y="3444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w="med" len="med"/>
            <a:tailEnd w="med" len="med"/>
          </a:ln>
          <a:effectLst/>
        </p:spPr>
        <p:txBody>
          <a:bodyPr vert="horz" wrap="square" lIns="91440" tIns="45720" rIns="91440" bIns="45720" anchor="t"/>
          <a:lstStyle/>
          <a:p>
            <a:pPr lvl="0">
              <a:defRPr/>
            </a:pPr>
            <a:endParaRPr kumimoji="0" lang="en-US"/>
          </a:p>
        </p:txBody>
      </p:sp>
      <p:sp>
        <p:nvSpPr>
          <p:cNvPr id="6" name="텍스트 개체 틀 5"/>
          <p:cNvSpPr>
            <a:spLocks noGrp="1"/>
          </p:cNvSpPr>
          <p:nvPr>
            <p:ph type="body" idx="1"/>
          </p:nvPr>
        </p:nvSpPr>
        <p:spPr>
          <a:xfrm>
            <a:off x="381000" y="1676400"/>
            <a:ext cx="8458200" cy="1219200"/>
          </a:xfrm>
          <a:prstGeom prst="rect">
            <a:avLst/>
          </a:prstGeom>
        </p:spPr>
        <p:txBody>
          <a:bodyPr anchor="b"/>
          <a:lstStyle>
            <a:lvl1pPr marL="0" indent="0" algn="r">
              <a:buNone/>
              <a:defRPr sz="2000">
                <a:solidFill>
                  <a:schemeClr val="tx2">
                    <a:shade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defRPr/>
            </a:pPr>
            <a:r>
              <a:rPr kumimoji="0" lang="ko-KR" altLang="en-US"/>
              <a:t>마스터 텍스트 스타일을 편집합니다</a:t>
            </a:r>
          </a:p>
        </p:txBody>
      </p:sp>
      <p:sp>
        <p:nvSpPr>
          <p:cNvPr id="19" name="날짜 개체 틀 18"/>
          <p:cNvSpPr>
            <a:spLocks noGrp="1"/>
          </p:cNvSpPr>
          <p:nvPr>
            <p:ph type="dt" sz="half" idx="10"/>
          </p:nvPr>
        </p:nvSpPr>
        <p:spPr>
          <a:xfrm>
            <a:off x="152400" y="6477000"/>
            <a:ext cx="2514600" cy="288925"/>
          </a:xfrm>
          <a:prstGeom prst="rect">
            <a:avLst/>
          </a:prstGeom>
        </p:spPr>
        <p:txBody>
          <a:bodyPr/>
          <a:lstStyle/>
          <a:p>
            <a:pPr lvl="0">
              <a:defRPr/>
            </a:pPr>
            <a:fld id="{620E4DAC-B013-407C-908C-BC9C18222F1E}" type="datetime1">
              <a:rPr lang="ko-KR" altLang="en-US"/>
              <a:pPr lvl="0">
                <a:defRPr/>
              </a:pPr>
              <a:t>2026. 4. 29.</a:t>
            </a:fld>
            <a:endParaRPr lang="ko-KR" altLang="en-US"/>
          </a:p>
        </p:txBody>
      </p:sp>
      <p:sp>
        <p:nvSpPr>
          <p:cNvPr id="11" name="바닥글 개체 틀 10"/>
          <p:cNvSpPr>
            <a:spLocks noGrp="1"/>
          </p:cNvSpPr>
          <p:nvPr>
            <p:ph type="ftr" sz="quarter" idx="11"/>
          </p:nvPr>
        </p:nvSpPr>
        <p:spPr/>
        <p:txBody>
          <a:bodyPr/>
          <a:lstStyle/>
          <a:p>
            <a:pPr lvl="0">
              <a:defRPr/>
            </a:pPr>
            <a:r>
              <a:rPr lang="en-US" altLang="ko-KR"/>
              <a:t>Man Machine Interface Lab.</a:t>
            </a:r>
            <a:endParaRPr lang="ko-KR" altLang="en-US"/>
          </a:p>
        </p:txBody>
      </p:sp>
      <p:sp>
        <p:nvSpPr>
          <p:cNvPr id="16" name="슬라이드 번호 개체 틀 15"/>
          <p:cNvSpPr>
            <a:spLocks noGrp="1"/>
          </p:cNvSpPr>
          <p:nvPr>
            <p:ph type="sldNum" sz="quarter" idx="12"/>
          </p:nvPr>
        </p:nvSpPr>
        <p:spPr/>
        <p:txBody>
          <a:bodyPr/>
          <a:lstStyle/>
          <a:p>
            <a:pPr lvl="0">
              <a:defRPr/>
            </a:pPr>
            <a:fld id="{4BEDD84E-25D4-4983-8AA1-2863C96F08D9}" type="slidenum">
              <a:rPr lang="ko-KR" altLang="en-US"/>
              <a:pPr lvl="0">
                <a:defRPr/>
              </a:pPr>
              <a:t>‹#›</a:t>
            </a:fld>
            <a:endParaRPr lang="ko-KR" altLang="en-US"/>
          </a:p>
        </p:txBody>
      </p:sp>
      <p:sp>
        <p:nvSpPr>
          <p:cNvPr id="8" name="제목 7"/>
          <p:cNvSpPr>
            <a:spLocks noGrp="1"/>
          </p:cNvSpPr>
          <p:nvPr>
            <p:ph type="title"/>
          </p:nvPr>
        </p:nvSpPr>
        <p:spPr>
          <a:xfrm>
            <a:off x="180475" y="2947085"/>
            <a:ext cx="8686800" cy="1184825"/>
          </a:xfrm>
        </p:spPr>
        <p:txBody>
          <a:bodyPr anchor="t"/>
          <a:lstStyle>
            <a:lvl1pPr algn="r">
              <a:defRPr cap="none" baseline="0"/>
            </a:lvl1pPr>
          </a:lstStyle>
          <a:p>
            <a:pPr lvl="0">
              <a:defRPr/>
            </a:pPr>
            <a:r>
              <a:rPr kumimoji="0" lang="ko-KR" altLang="en-US"/>
              <a:t>마스터 제목 스타일 편집</a:t>
            </a:r>
            <a:endParaRPr kumimoji="0" lang="en-US"/>
          </a:p>
        </p:txBody>
      </p:sp>
    </p:spTree>
    <p:extLst>
      <p:ext uri="{BB962C8B-B14F-4D97-AF65-F5344CB8AC3E}">
        <p14:creationId xmlns:p14="http://schemas.microsoft.com/office/powerpoint/2010/main" val="4259253210"/>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콘텐츠 2개" type="twoObj" preserve="1">
  <p:cSld name="콘텐츠 2개">
    <p:spTree>
      <p:nvGrpSpPr>
        <p:cNvPr id="1" name=""/>
        <p:cNvGrpSpPr/>
        <p:nvPr/>
      </p:nvGrpSpPr>
      <p:grpSpPr>
        <a:xfrm>
          <a:off x="0" y="0"/>
          <a:ext cx="0" cy="0"/>
          <a:chOff x="0" y="0"/>
          <a:chExt cx="0" cy="0"/>
        </a:xfrm>
      </p:grpSpPr>
      <p:sp>
        <p:nvSpPr>
          <p:cNvPr id="20" name="제목 19"/>
          <p:cNvSpPr>
            <a:spLocks noGrp="1"/>
          </p:cNvSpPr>
          <p:nvPr>
            <p:ph type="title"/>
          </p:nvPr>
        </p:nvSpPr>
        <p:spPr>
          <a:xfrm>
            <a:off x="301752" y="457200"/>
            <a:ext cx="8686800" cy="841248"/>
          </a:xfrm>
        </p:spPr>
        <p:txBody>
          <a:bodyPr/>
          <a:lstStyle>
            <a:lvl1pPr>
              <a:defRPr cap="none" baseline="0"/>
            </a:lvl1pPr>
          </a:lstStyle>
          <a:p>
            <a:pPr lvl="0">
              <a:defRPr/>
            </a:pPr>
            <a:r>
              <a:rPr kumimoji="0" lang="ko-KR" altLang="en-US"/>
              <a:t>마스터 제목 스타일 편집</a:t>
            </a:r>
            <a:endParaRPr kumimoji="0" lang="en-US"/>
          </a:p>
        </p:txBody>
      </p:sp>
      <p:sp>
        <p:nvSpPr>
          <p:cNvPr id="14" name="내용 개체 틀 13"/>
          <p:cNvSpPr>
            <a:spLocks noGrp="1"/>
          </p:cNvSpPr>
          <p:nvPr>
            <p:ph sz="half" idx="1" hasCustomPrompt="1"/>
          </p:nvPr>
        </p:nvSpPr>
        <p:spPr>
          <a:xfrm>
            <a:off x="304800" y="1600200"/>
            <a:ext cx="4191000" cy="4724400"/>
          </a:xfrm>
          <a:prstGeom prst="rect">
            <a:avLst/>
          </a:prstGeom>
        </p:spPr>
        <p:txBody>
          <a:bodyPr>
            <a:normAutofit/>
          </a:bodyPr>
          <a:lstStyle>
            <a:lvl1pPr>
              <a:defRPr sz="2400"/>
            </a:lvl1pPr>
            <a:lvl2pPr>
              <a:defRPr sz="2000"/>
            </a:lvl2pPr>
            <a:lvl3pPr>
              <a:defRPr sz="1800"/>
            </a:lvl3pPr>
            <a:lvl4pPr>
              <a:defRPr sz="1600"/>
            </a:lvl4pPr>
            <a:lvl5pPr>
              <a:defRPr sz="1600"/>
            </a:lvl5pPr>
          </a:lstStyle>
          <a:p>
            <a:pPr lvl="0" eaLnBrk="1" latinLnBrk="0" hangingPunct="1">
              <a:defRPr/>
            </a:pPr>
            <a:r>
              <a:rPr lang="ko-KR" altLang="en-US"/>
              <a:t>마스터 텍스트 스타일을 편집합니다</a:t>
            </a:r>
          </a:p>
          <a:p>
            <a:pPr lvl="1" eaLnBrk="1" latinLnBrk="0" hangingPunct="1">
              <a:defRPr/>
            </a:pPr>
            <a:r>
              <a:rPr lang="ko-KR" altLang="en-US"/>
              <a:t>둘째 수준</a:t>
            </a:r>
          </a:p>
          <a:p>
            <a:pPr lvl="2" eaLnBrk="1" latinLnBrk="0" hangingPunct="1">
              <a:defRPr/>
            </a:pPr>
            <a:r>
              <a:rPr lang="ko-KR" altLang="en-US"/>
              <a:t>셋째 수준</a:t>
            </a:r>
          </a:p>
          <a:p>
            <a:pPr lvl="3" eaLnBrk="1" latinLnBrk="0" hangingPunct="1">
              <a:defRPr/>
            </a:pPr>
            <a:r>
              <a:rPr lang="ko-KR" altLang="en-US"/>
              <a:t>넷째 수준</a:t>
            </a:r>
          </a:p>
          <a:p>
            <a:pPr lvl="4" eaLnBrk="1" latinLnBrk="0" hangingPunct="1">
              <a:defRPr/>
            </a:pPr>
            <a:r>
              <a:rPr lang="ko-KR" altLang="en-US"/>
              <a:t>다섯째 수준</a:t>
            </a:r>
            <a:endParaRPr kumimoji="0" lang="en-US"/>
          </a:p>
        </p:txBody>
      </p:sp>
      <p:sp>
        <p:nvSpPr>
          <p:cNvPr id="13" name="내용 개체 틀 12"/>
          <p:cNvSpPr>
            <a:spLocks noGrp="1"/>
          </p:cNvSpPr>
          <p:nvPr>
            <p:ph sz="half" idx="2"/>
          </p:nvPr>
        </p:nvSpPr>
        <p:spPr>
          <a:xfrm>
            <a:off x="4648200" y="1600200"/>
            <a:ext cx="4343400" cy="4724400"/>
          </a:xfrm>
          <a:prstGeom prst="rect">
            <a:avLst/>
          </a:prstGeom>
        </p:spPr>
        <p:txBody>
          <a:bodyPr>
            <a:normAutofit/>
          </a:bodyPr>
          <a:lstStyle>
            <a:lvl1pPr>
              <a:defRPr sz="2400"/>
            </a:lvl1pPr>
            <a:lvl2pPr>
              <a:defRPr sz="2000"/>
            </a:lvl2pPr>
            <a:lvl3pPr>
              <a:defRPr sz="1800"/>
            </a:lvl3pPr>
            <a:lvl4pPr>
              <a:defRPr sz="1600"/>
            </a:lvl4pPr>
            <a:lvl5pPr>
              <a:defRPr sz="1600"/>
            </a:lvl5pPr>
          </a:lstStyle>
          <a:p>
            <a:pPr lvl="0" eaLnBrk="1" latinLnBrk="0" hangingPunct="1">
              <a:defRPr/>
            </a:pPr>
            <a:r>
              <a:rPr lang="ko-KR" altLang="en-US"/>
              <a:t>마스터 텍스트 스타일을 편집합니다</a:t>
            </a:r>
          </a:p>
          <a:p>
            <a:pPr lvl="1" eaLnBrk="1" latinLnBrk="0" hangingPunct="1">
              <a:defRPr/>
            </a:pPr>
            <a:r>
              <a:rPr lang="ko-KR" altLang="en-US"/>
              <a:t>둘째 수준</a:t>
            </a:r>
          </a:p>
          <a:p>
            <a:pPr lvl="2" eaLnBrk="1" latinLnBrk="0" hangingPunct="1">
              <a:defRPr/>
            </a:pPr>
            <a:r>
              <a:rPr lang="ko-KR" altLang="en-US"/>
              <a:t>셋째 수준</a:t>
            </a:r>
          </a:p>
          <a:p>
            <a:pPr lvl="3" eaLnBrk="1" latinLnBrk="0" hangingPunct="1">
              <a:defRPr/>
            </a:pPr>
            <a:r>
              <a:rPr lang="ko-KR" altLang="en-US"/>
              <a:t>넷째 수준</a:t>
            </a:r>
          </a:p>
          <a:p>
            <a:pPr lvl="4" eaLnBrk="1" latinLnBrk="0" hangingPunct="1">
              <a:defRPr/>
            </a:pPr>
            <a:r>
              <a:rPr lang="ko-KR" altLang="en-US"/>
              <a:t>다섯째 수준</a:t>
            </a:r>
            <a:endParaRPr kumimoji="0" lang="en-US"/>
          </a:p>
        </p:txBody>
      </p:sp>
      <p:sp>
        <p:nvSpPr>
          <p:cNvPr id="21" name="날짜 개체 틀 20"/>
          <p:cNvSpPr>
            <a:spLocks noGrp="1"/>
          </p:cNvSpPr>
          <p:nvPr>
            <p:ph type="dt" sz="half" idx="10"/>
          </p:nvPr>
        </p:nvSpPr>
        <p:spPr>
          <a:xfrm>
            <a:off x="128574" y="6429396"/>
            <a:ext cx="2514600" cy="288925"/>
          </a:xfrm>
          <a:prstGeom prst="rect">
            <a:avLst/>
          </a:prstGeom>
        </p:spPr>
        <p:txBody>
          <a:bodyPr/>
          <a:lstStyle/>
          <a:p>
            <a:pPr lvl="0">
              <a:defRPr/>
            </a:pPr>
            <a:fld id="{CE5EA34B-7355-4DB3-A24E-6787C8C2A447}" type="datetime1">
              <a:rPr lang="ko-KR" altLang="en-US"/>
              <a:pPr lvl="0">
                <a:defRPr/>
              </a:pPr>
              <a:t>2026. 4. 29.</a:t>
            </a:fld>
            <a:endParaRPr lang="ko-KR" altLang="en-US"/>
          </a:p>
        </p:txBody>
      </p:sp>
      <p:sp>
        <p:nvSpPr>
          <p:cNvPr id="10" name="바닥글 개체 틀 9"/>
          <p:cNvSpPr>
            <a:spLocks noGrp="1"/>
          </p:cNvSpPr>
          <p:nvPr>
            <p:ph type="ftr" sz="quarter" idx="11"/>
          </p:nvPr>
        </p:nvSpPr>
        <p:spPr>
          <a:xfrm>
            <a:off x="2892928" y="6429396"/>
            <a:ext cx="3352800" cy="288925"/>
          </a:xfrm>
        </p:spPr>
        <p:txBody>
          <a:bodyPr/>
          <a:lstStyle>
            <a:lvl1pPr algn="ctr">
              <a:defRPr/>
            </a:lvl1pPr>
          </a:lstStyle>
          <a:p>
            <a:pPr lvl="0">
              <a:defRPr/>
            </a:pPr>
            <a:r>
              <a:rPr lang="en-US" altLang="ko-KR"/>
              <a:t>Man Machine Interface Lab.</a:t>
            </a:r>
            <a:endParaRPr lang="ko-KR" altLang="en-US"/>
          </a:p>
        </p:txBody>
      </p:sp>
      <p:sp>
        <p:nvSpPr>
          <p:cNvPr id="31" name="슬라이드 번호 개체 틀 30"/>
          <p:cNvSpPr>
            <a:spLocks noGrp="1"/>
          </p:cNvSpPr>
          <p:nvPr>
            <p:ph type="sldNum" sz="quarter" idx="12"/>
          </p:nvPr>
        </p:nvSpPr>
        <p:spPr/>
        <p:txBody>
          <a:bodyPr/>
          <a:lstStyle/>
          <a:p>
            <a:pPr lvl="0">
              <a:defRPr/>
            </a:pPr>
            <a:fld id="{4BEDD84E-25D4-4983-8AA1-2863C96F08D9}" type="slidenum">
              <a:rPr lang="ko-KR" altLang="en-US"/>
              <a:pPr lvl="0">
                <a:defRPr/>
              </a:pPr>
              <a:t>‹#›</a:t>
            </a:fld>
            <a:endParaRPr lang="ko-KR" altLang="en-US"/>
          </a:p>
        </p:txBody>
      </p:sp>
    </p:spTree>
    <p:extLst>
      <p:ext uri="{BB962C8B-B14F-4D97-AF65-F5344CB8AC3E}">
        <p14:creationId xmlns:p14="http://schemas.microsoft.com/office/powerpoint/2010/main" val="1153194698"/>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비교" type="twoTxTwoObj" preserve="1">
  <p:cSld name="비교">
    <p:spTree>
      <p:nvGrpSpPr>
        <p:cNvPr id="1" name=""/>
        <p:cNvGrpSpPr/>
        <p:nvPr/>
      </p:nvGrpSpPr>
      <p:grpSpPr>
        <a:xfrm>
          <a:off x="0" y="0"/>
          <a:ext cx="0" cy="0"/>
          <a:chOff x="0" y="0"/>
          <a:chExt cx="0" cy="0"/>
        </a:xfrm>
      </p:grpSpPr>
      <p:sp>
        <p:nvSpPr>
          <p:cNvPr id="29" name="제목 28"/>
          <p:cNvSpPr>
            <a:spLocks noGrp="1"/>
          </p:cNvSpPr>
          <p:nvPr>
            <p:ph type="title"/>
          </p:nvPr>
        </p:nvSpPr>
        <p:spPr>
          <a:xfrm>
            <a:off x="304800" y="5410200"/>
            <a:ext cx="8610600" cy="882650"/>
          </a:xfrm>
        </p:spPr>
        <p:txBody>
          <a:bodyPr anchor="ctr"/>
          <a:lstStyle>
            <a:lvl1pPr>
              <a:defRPr/>
            </a:lvl1pPr>
          </a:lstStyle>
          <a:p>
            <a:pPr lvl="0">
              <a:defRPr/>
            </a:pPr>
            <a:r>
              <a:rPr kumimoji="0" lang="ko-KR" altLang="en-US"/>
              <a:t>마스터 제목 스타일 편집</a:t>
            </a:r>
            <a:endParaRPr kumimoji="0" lang="en-US"/>
          </a:p>
        </p:txBody>
      </p:sp>
      <p:sp>
        <p:nvSpPr>
          <p:cNvPr id="13" name="텍스트 개체 틀 12"/>
          <p:cNvSpPr>
            <a:spLocks noGrp="1"/>
          </p:cNvSpPr>
          <p:nvPr>
            <p:ph type="body" idx="1"/>
          </p:nvPr>
        </p:nvSpPr>
        <p:spPr>
          <a:xfrm>
            <a:off x="281444" y="666750"/>
            <a:ext cx="4290556" cy="639762"/>
          </a:xfrm>
          <a:prstGeom prst="rect">
            <a:avLst/>
          </a:prstGeom>
        </p:spPr>
        <p:txBody>
          <a:bodyPr anchor="ctr"/>
          <a:lstStyle>
            <a:lvl1pPr marL="0" indent="0">
              <a:buNone/>
              <a:defRPr sz="1800" b="0" cap="none"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defRPr/>
            </a:pPr>
            <a:r>
              <a:rPr kumimoji="0" lang="ko-KR" altLang="en-US"/>
              <a:t>마스터 텍스트 스타일을 편집합니다</a:t>
            </a:r>
          </a:p>
        </p:txBody>
      </p:sp>
      <p:sp>
        <p:nvSpPr>
          <p:cNvPr id="25" name="텍스트 개체 틀 24"/>
          <p:cNvSpPr>
            <a:spLocks noGrp="1"/>
          </p:cNvSpPr>
          <p:nvPr>
            <p:ph type="body" sz="half" idx="3"/>
          </p:nvPr>
        </p:nvSpPr>
        <p:spPr>
          <a:xfrm>
            <a:off x="4645025" y="666750"/>
            <a:ext cx="4292241" cy="639762"/>
          </a:xfrm>
          <a:prstGeom prst="rect">
            <a:avLst/>
          </a:prstGeom>
        </p:spPr>
        <p:txBody>
          <a:bodyPr anchor="ctr"/>
          <a:lstStyle>
            <a:lvl1pPr marL="0" indent="0">
              <a:buNone/>
              <a:defRPr sz="1800" b="0" cap="none"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defRPr/>
            </a:pPr>
            <a:r>
              <a:rPr kumimoji="0" lang="ko-KR" altLang="en-US"/>
              <a:t>마스터 텍스트 스타일을 편집합니다</a:t>
            </a:r>
          </a:p>
        </p:txBody>
      </p:sp>
      <p:sp>
        <p:nvSpPr>
          <p:cNvPr id="4" name="내용 개체 틀 3"/>
          <p:cNvSpPr>
            <a:spLocks noGrp="1"/>
          </p:cNvSpPr>
          <p:nvPr>
            <p:ph sz="quarter" idx="2" hasCustomPrompt="1"/>
          </p:nvPr>
        </p:nvSpPr>
        <p:spPr>
          <a:xfrm>
            <a:off x="281444" y="1316037"/>
            <a:ext cx="4290556" cy="3941763"/>
          </a:xfrm>
          <a:prstGeom prst="rect">
            <a:avLst/>
          </a:prstGeom>
        </p:spPr>
        <p:txBody>
          <a:bodyPr>
            <a:normAutofit/>
          </a:bodyPr>
          <a:lstStyle>
            <a:lvl1pPr>
              <a:defRPr sz="2000"/>
            </a:lvl1pPr>
            <a:lvl2pPr>
              <a:defRPr sz="1800"/>
            </a:lvl2pPr>
            <a:lvl3pPr>
              <a:defRPr sz="1600"/>
            </a:lvl3pPr>
            <a:lvl4pPr>
              <a:defRPr sz="1400"/>
            </a:lvl4pPr>
            <a:lvl5pPr>
              <a:defRPr sz="1400"/>
            </a:lvl5pPr>
          </a:lstStyle>
          <a:p>
            <a:pPr lvl="0" eaLnBrk="1" latinLnBrk="0" hangingPunct="1">
              <a:defRPr/>
            </a:pPr>
            <a:r>
              <a:rPr lang="ko-KR" altLang="en-US"/>
              <a:t>마스터 텍스트 스타일을 편집합니다</a:t>
            </a:r>
          </a:p>
          <a:p>
            <a:pPr lvl="1" eaLnBrk="1" latinLnBrk="0" hangingPunct="1">
              <a:defRPr/>
            </a:pPr>
            <a:r>
              <a:rPr lang="ko-KR" altLang="en-US"/>
              <a:t>둘째 수준</a:t>
            </a:r>
          </a:p>
          <a:p>
            <a:pPr lvl="2" eaLnBrk="1" latinLnBrk="0" hangingPunct="1">
              <a:defRPr/>
            </a:pPr>
            <a:r>
              <a:rPr lang="ko-KR" altLang="en-US"/>
              <a:t>셋째 수준</a:t>
            </a:r>
          </a:p>
          <a:p>
            <a:pPr lvl="3" eaLnBrk="1" latinLnBrk="0" hangingPunct="1">
              <a:defRPr/>
            </a:pPr>
            <a:r>
              <a:rPr lang="ko-KR" altLang="en-US"/>
              <a:t>넷째 수준</a:t>
            </a:r>
          </a:p>
          <a:p>
            <a:pPr lvl="4" eaLnBrk="1" latinLnBrk="0" hangingPunct="1">
              <a:defRPr/>
            </a:pPr>
            <a:r>
              <a:rPr lang="ko-KR" altLang="en-US"/>
              <a:t>다섯째 수준</a:t>
            </a:r>
            <a:endParaRPr kumimoji="0" lang="en-US"/>
          </a:p>
        </p:txBody>
      </p:sp>
      <p:sp>
        <p:nvSpPr>
          <p:cNvPr id="28" name="내용 개체 틀 27"/>
          <p:cNvSpPr>
            <a:spLocks noGrp="1"/>
          </p:cNvSpPr>
          <p:nvPr>
            <p:ph sz="quarter" idx="4"/>
          </p:nvPr>
        </p:nvSpPr>
        <p:spPr>
          <a:xfrm>
            <a:off x="4648730" y="1316037"/>
            <a:ext cx="4288536" cy="3941763"/>
          </a:xfrm>
          <a:prstGeom prst="rect">
            <a:avLst/>
          </a:prstGeom>
        </p:spPr>
        <p:txBody>
          <a:bodyPr>
            <a:normAutofit/>
          </a:bodyPr>
          <a:lstStyle>
            <a:lvl1pPr>
              <a:defRPr sz="2000"/>
            </a:lvl1pPr>
            <a:lvl2pPr>
              <a:defRPr sz="1800"/>
            </a:lvl2pPr>
            <a:lvl3pPr>
              <a:defRPr sz="1600"/>
            </a:lvl3pPr>
            <a:lvl4pPr>
              <a:defRPr sz="1400"/>
            </a:lvl4pPr>
            <a:lvl5pPr>
              <a:defRPr sz="1400"/>
            </a:lvl5pPr>
          </a:lstStyle>
          <a:p>
            <a:pPr lvl="0" eaLnBrk="1" latinLnBrk="0" hangingPunct="1">
              <a:defRPr/>
            </a:pPr>
            <a:r>
              <a:rPr lang="ko-KR" altLang="en-US"/>
              <a:t>마스터 텍스트 스타일을 편집합니다</a:t>
            </a:r>
          </a:p>
          <a:p>
            <a:pPr lvl="1" eaLnBrk="1" latinLnBrk="0" hangingPunct="1">
              <a:defRPr/>
            </a:pPr>
            <a:r>
              <a:rPr lang="ko-KR" altLang="en-US"/>
              <a:t>둘째 수준</a:t>
            </a:r>
          </a:p>
          <a:p>
            <a:pPr lvl="2" eaLnBrk="1" latinLnBrk="0" hangingPunct="1">
              <a:defRPr/>
            </a:pPr>
            <a:r>
              <a:rPr lang="ko-KR" altLang="en-US"/>
              <a:t>셋째 수준</a:t>
            </a:r>
          </a:p>
          <a:p>
            <a:pPr lvl="3" eaLnBrk="1" latinLnBrk="0" hangingPunct="1">
              <a:defRPr/>
            </a:pPr>
            <a:r>
              <a:rPr lang="ko-KR" altLang="en-US"/>
              <a:t>넷째 수준</a:t>
            </a:r>
          </a:p>
          <a:p>
            <a:pPr lvl="4" eaLnBrk="1" latinLnBrk="0" hangingPunct="1">
              <a:defRPr/>
            </a:pPr>
            <a:r>
              <a:rPr lang="ko-KR" altLang="en-US"/>
              <a:t>다섯째 수준</a:t>
            </a:r>
            <a:endParaRPr kumimoji="0" lang="en-US"/>
          </a:p>
        </p:txBody>
      </p:sp>
      <p:sp>
        <p:nvSpPr>
          <p:cNvPr id="10" name="날짜 개체 틀 9"/>
          <p:cNvSpPr>
            <a:spLocks noGrp="1"/>
          </p:cNvSpPr>
          <p:nvPr>
            <p:ph type="dt" sz="half" idx="10"/>
          </p:nvPr>
        </p:nvSpPr>
        <p:spPr>
          <a:xfrm>
            <a:off x="152400" y="6477000"/>
            <a:ext cx="2514600" cy="288925"/>
          </a:xfrm>
          <a:prstGeom prst="rect">
            <a:avLst/>
          </a:prstGeom>
        </p:spPr>
        <p:txBody>
          <a:bodyPr/>
          <a:lstStyle/>
          <a:p>
            <a:pPr lvl="0">
              <a:defRPr/>
            </a:pPr>
            <a:fld id="{F9CC6113-385A-4FC1-8624-7B94AE7733FC}" type="datetime1">
              <a:rPr lang="ko-KR" altLang="en-US"/>
              <a:pPr lvl="0">
                <a:defRPr/>
              </a:pPr>
              <a:t>2026. 4. 29.</a:t>
            </a:fld>
            <a:endParaRPr lang="ko-KR" altLang="en-US"/>
          </a:p>
        </p:txBody>
      </p:sp>
      <p:sp>
        <p:nvSpPr>
          <p:cNvPr id="6" name="바닥글 개체 틀 5"/>
          <p:cNvSpPr>
            <a:spLocks noGrp="1"/>
          </p:cNvSpPr>
          <p:nvPr>
            <p:ph type="ftr" sz="quarter" idx="11"/>
          </p:nvPr>
        </p:nvSpPr>
        <p:spPr/>
        <p:txBody>
          <a:bodyPr/>
          <a:lstStyle/>
          <a:p>
            <a:pPr lvl="0">
              <a:defRPr/>
            </a:pPr>
            <a:r>
              <a:rPr lang="en-US" altLang="ko-KR"/>
              <a:t>Man Machine Interface Lab.</a:t>
            </a:r>
            <a:endParaRPr lang="ko-KR" altLang="en-US"/>
          </a:p>
        </p:txBody>
      </p:sp>
      <p:sp>
        <p:nvSpPr>
          <p:cNvPr id="7" name="슬라이드 번호 개체 틀 6"/>
          <p:cNvSpPr>
            <a:spLocks noGrp="1"/>
          </p:cNvSpPr>
          <p:nvPr>
            <p:ph type="sldNum" sz="quarter" idx="12"/>
          </p:nvPr>
        </p:nvSpPr>
        <p:spPr>
          <a:xfrm>
            <a:off x="8229600" y="6477000"/>
            <a:ext cx="762000" cy="246888"/>
          </a:xfrm>
        </p:spPr>
        <p:txBody>
          <a:bodyPr/>
          <a:lstStyle/>
          <a:p>
            <a:pPr lvl="0">
              <a:defRPr/>
            </a:pPr>
            <a:fld id="{4BEDD84E-25D4-4983-8AA1-2863C96F08D9}" type="slidenum">
              <a:rPr lang="ko-KR" altLang="en-US"/>
              <a:pPr lvl="0">
                <a:defRPr/>
              </a:pPr>
              <a:t>‹#›</a:t>
            </a:fld>
            <a:endParaRPr lang="ko-KR" altLang="en-US"/>
          </a:p>
        </p:txBody>
      </p:sp>
      <p:sp>
        <p:nvSpPr>
          <p:cNvPr id="11" name="직선 연결선 10"/>
          <p:cNvSpPr>
            <a:spLocks noChangeShapeType="1"/>
          </p:cNvSpPr>
          <p:nvPr/>
        </p:nvSpPr>
        <p:spPr>
          <a:xfrm>
            <a:off x="514350" y="6019800"/>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w="med" len="med"/>
            <a:tailEnd w="med" len="med"/>
          </a:ln>
          <a:effectLst/>
        </p:spPr>
        <p:txBody>
          <a:bodyPr vert="horz" wrap="square" lIns="91440" tIns="45720" rIns="91440" bIns="45720" anchor="t"/>
          <a:lstStyle/>
          <a:p>
            <a:pPr lvl="0">
              <a:defRPr/>
            </a:pPr>
            <a:endParaRPr kumimoji="0" lang="en-US"/>
          </a:p>
        </p:txBody>
      </p:sp>
    </p:spTree>
    <p:extLst>
      <p:ext uri="{BB962C8B-B14F-4D97-AF65-F5344CB8AC3E}">
        <p14:creationId xmlns:p14="http://schemas.microsoft.com/office/powerpoint/2010/main" val="42595262"/>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제목만" type="titleOnly" preserve="1">
  <p:cSld name="제목만">
    <p:spTree>
      <p:nvGrpSpPr>
        <p:cNvPr id="1" name=""/>
        <p:cNvGrpSpPr/>
        <p:nvPr/>
      </p:nvGrpSpPr>
      <p:grpSpPr>
        <a:xfrm>
          <a:off x="0" y="0"/>
          <a:ext cx="0" cy="0"/>
          <a:chOff x="0" y="0"/>
          <a:chExt cx="0" cy="0"/>
        </a:xfrm>
      </p:grpSpPr>
      <p:sp>
        <p:nvSpPr>
          <p:cNvPr id="30" name="제목 29"/>
          <p:cNvSpPr>
            <a:spLocks noGrp="1"/>
          </p:cNvSpPr>
          <p:nvPr>
            <p:ph type="title"/>
          </p:nvPr>
        </p:nvSpPr>
        <p:spPr>
          <a:xfrm>
            <a:off x="301752" y="457200"/>
            <a:ext cx="8686800" cy="841248"/>
          </a:xfrm>
        </p:spPr>
        <p:txBody>
          <a:bodyPr/>
          <a:lstStyle>
            <a:lvl1pPr>
              <a:defRPr/>
            </a:lvl1pPr>
          </a:lstStyle>
          <a:p>
            <a:pPr lvl="0">
              <a:defRPr/>
            </a:pPr>
            <a:r>
              <a:rPr kumimoji="0" lang="ko-KR" altLang="en-US"/>
              <a:t>마스터 제목 스타일 편집</a:t>
            </a:r>
            <a:endParaRPr kumimoji="0" lang="en-US"/>
          </a:p>
        </p:txBody>
      </p:sp>
      <p:sp>
        <p:nvSpPr>
          <p:cNvPr id="12" name="날짜 개체 틀 11"/>
          <p:cNvSpPr>
            <a:spLocks noGrp="1"/>
          </p:cNvSpPr>
          <p:nvPr>
            <p:ph type="dt" sz="half" idx="10"/>
          </p:nvPr>
        </p:nvSpPr>
        <p:spPr>
          <a:xfrm>
            <a:off x="152400" y="6477000"/>
            <a:ext cx="2514600" cy="288925"/>
          </a:xfrm>
          <a:prstGeom prst="rect">
            <a:avLst/>
          </a:prstGeom>
        </p:spPr>
        <p:txBody>
          <a:bodyPr/>
          <a:lstStyle/>
          <a:p>
            <a:pPr lvl="0">
              <a:defRPr/>
            </a:pPr>
            <a:fld id="{9868F9BB-EE47-4C71-A1A4-44765D8B7761}" type="datetime1">
              <a:rPr lang="ko-KR" altLang="en-US"/>
              <a:pPr lvl="0">
                <a:defRPr/>
              </a:pPr>
              <a:t>2026. 4. 29.</a:t>
            </a:fld>
            <a:endParaRPr lang="ko-KR" altLang="en-US"/>
          </a:p>
        </p:txBody>
      </p:sp>
      <p:sp>
        <p:nvSpPr>
          <p:cNvPr id="21" name="바닥글 개체 틀 20"/>
          <p:cNvSpPr>
            <a:spLocks noGrp="1"/>
          </p:cNvSpPr>
          <p:nvPr>
            <p:ph type="ftr" sz="quarter" idx="11"/>
          </p:nvPr>
        </p:nvSpPr>
        <p:spPr/>
        <p:txBody>
          <a:bodyPr/>
          <a:lstStyle/>
          <a:p>
            <a:pPr lvl="0">
              <a:defRPr/>
            </a:pPr>
            <a:r>
              <a:rPr lang="en-US" altLang="ko-KR"/>
              <a:t>Man Machine Interface Lab.</a:t>
            </a:r>
            <a:endParaRPr lang="ko-KR" altLang="en-US"/>
          </a:p>
        </p:txBody>
      </p:sp>
      <p:sp>
        <p:nvSpPr>
          <p:cNvPr id="6" name="슬라이드 번호 개체 틀 5"/>
          <p:cNvSpPr>
            <a:spLocks noGrp="1"/>
          </p:cNvSpPr>
          <p:nvPr>
            <p:ph type="sldNum" sz="quarter" idx="12"/>
          </p:nvPr>
        </p:nvSpPr>
        <p:spPr/>
        <p:txBody>
          <a:bodyPr/>
          <a:lstStyle/>
          <a:p>
            <a:pPr lvl="0">
              <a:defRPr/>
            </a:pPr>
            <a:fld id="{4BEDD84E-25D4-4983-8AA1-2863C96F08D9}" type="slidenum">
              <a:rPr lang="ko-KR" altLang="en-US"/>
              <a:pPr lvl="0">
                <a:defRPr/>
              </a:pPr>
              <a:t>‹#›</a:t>
            </a:fld>
            <a:endParaRPr lang="ko-KR" altLang="en-US"/>
          </a:p>
        </p:txBody>
      </p:sp>
    </p:spTree>
    <p:extLst>
      <p:ext uri="{BB962C8B-B14F-4D97-AF65-F5344CB8AC3E}">
        <p14:creationId xmlns:p14="http://schemas.microsoft.com/office/powerpoint/2010/main" val="2290066216"/>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빈 화면" type="blank" preserve="1">
  <p:cSld name="빈 화면">
    <p:spTree>
      <p:nvGrpSpPr>
        <p:cNvPr id="1" name=""/>
        <p:cNvGrpSpPr/>
        <p:nvPr/>
      </p:nvGrpSpPr>
      <p:grpSpPr>
        <a:xfrm>
          <a:off x="0" y="0"/>
          <a:ext cx="0" cy="0"/>
          <a:chOff x="0" y="0"/>
          <a:chExt cx="0" cy="0"/>
        </a:xfrm>
      </p:grpSpPr>
      <p:sp>
        <p:nvSpPr>
          <p:cNvPr id="3" name="날짜 개체 틀 2"/>
          <p:cNvSpPr>
            <a:spLocks noGrp="1"/>
          </p:cNvSpPr>
          <p:nvPr>
            <p:ph type="dt" sz="half" idx="10"/>
          </p:nvPr>
        </p:nvSpPr>
        <p:spPr>
          <a:xfrm>
            <a:off x="152400" y="6477000"/>
            <a:ext cx="2514600" cy="288925"/>
          </a:xfrm>
          <a:prstGeom prst="rect">
            <a:avLst/>
          </a:prstGeom>
        </p:spPr>
        <p:txBody>
          <a:bodyPr/>
          <a:lstStyle/>
          <a:p>
            <a:pPr lvl="0">
              <a:defRPr/>
            </a:pPr>
            <a:fld id="{25D1ED48-1338-488C-95A0-C2F99E0A35E6}" type="datetime1">
              <a:rPr lang="ko-KR" altLang="en-US"/>
              <a:pPr lvl="0">
                <a:defRPr/>
              </a:pPr>
              <a:t>2026. 4. 29.</a:t>
            </a:fld>
            <a:endParaRPr lang="ko-KR" altLang="en-US"/>
          </a:p>
        </p:txBody>
      </p:sp>
      <p:sp>
        <p:nvSpPr>
          <p:cNvPr id="24" name="바닥글 개체 틀 23"/>
          <p:cNvSpPr>
            <a:spLocks noGrp="1"/>
          </p:cNvSpPr>
          <p:nvPr>
            <p:ph type="ftr" sz="quarter" idx="11"/>
          </p:nvPr>
        </p:nvSpPr>
        <p:spPr/>
        <p:txBody>
          <a:bodyPr/>
          <a:lstStyle/>
          <a:p>
            <a:pPr lvl="0">
              <a:defRPr/>
            </a:pPr>
            <a:r>
              <a:rPr lang="en-US" altLang="ko-KR"/>
              <a:t>Man Machine Interface Lab.</a:t>
            </a:r>
            <a:endParaRPr lang="ko-KR" altLang="en-US"/>
          </a:p>
        </p:txBody>
      </p:sp>
      <p:sp>
        <p:nvSpPr>
          <p:cNvPr id="7" name="슬라이드 번호 개체 틀 6"/>
          <p:cNvSpPr>
            <a:spLocks noGrp="1"/>
          </p:cNvSpPr>
          <p:nvPr>
            <p:ph type="sldNum" sz="quarter" idx="12"/>
          </p:nvPr>
        </p:nvSpPr>
        <p:spPr/>
        <p:txBody>
          <a:bodyPr/>
          <a:lstStyle/>
          <a:p>
            <a:pPr lvl="0">
              <a:defRPr/>
            </a:pPr>
            <a:fld id="{4BEDD84E-25D4-4983-8AA1-2863C96F08D9}" type="slidenum">
              <a:rPr lang="ko-KR" altLang="en-US"/>
              <a:pPr lvl="0">
                <a:defRPr/>
              </a:pPr>
              <a:t>‹#›</a:t>
            </a:fld>
            <a:endParaRPr lang="ko-KR" altLang="en-US"/>
          </a:p>
        </p:txBody>
      </p:sp>
    </p:spTree>
    <p:extLst>
      <p:ext uri="{BB962C8B-B14F-4D97-AF65-F5344CB8AC3E}">
        <p14:creationId xmlns:p14="http://schemas.microsoft.com/office/powerpoint/2010/main" val="3578229532"/>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matchingName="캡션 있는 콘텐츠" type="objTx" preserve="1">
  <p:cSld name="캡션 있는 콘텐츠">
    <p:spTree>
      <p:nvGrpSpPr>
        <p:cNvPr id="1" name=""/>
        <p:cNvGrpSpPr/>
        <p:nvPr/>
      </p:nvGrpSpPr>
      <p:grpSpPr>
        <a:xfrm>
          <a:off x="0" y="0"/>
          <a:ext cx="0" cy="0"/>
          <a:chOff x="0" y="0"/>
          <a:chExt cx="0" cy="0"/>
        </a:xfrm>
      </p:grpSpPr>
      <p:sp>
        <p:nvSpPr>
          <p:cNvPr id="8" name="직선 연결선 7"/>
          <p:cNvSpPr>
            <a:spLocks noChangeShapeType="1"/>
          </p:cNvSpPr>
          <p:nvPr/>
        </p:nvSpPr>
        <p:spPr>
          <a:xfrm>
            <a:off x="514350" y="5849117"/>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w="med" len="med"/>
            <a:tailEnd w="med" len="med"/>
          </a:ln>
          <a:effectLst/>
        </p:spPr>
        <p:txBody>
          <a:bodyPr vert="horz" wrap="square" lIns="91440" tIns="45720" rIns="91440" bIns="45720" anchor="t"/>
          <a:lstStyle/>
          <a:p>
            <a:pPr lvl="0">
              <a:defRPr/>
            </a:pPr>
            <a:endParaRPr kumimoji="0" lang="en-US"/>
          </a:p>
        </p:txBody>
      </p:sp>
      <p:sp>
        <p:nvSpPr>
          <p:cNvPr id="12" name="제목 11"/>
          <p:cNvSpPr>
            <a:spLocks noGrp="1"/>
          </p:cNvSpPr>
          <p:nvPr>
            <p:ph type="title"/>
          </p:nvPr>
        </p:nvSpPr>
        <p:spPr>
          <a:xfrm>
            <a:off x="457200" y="5486400"/>
            <a:ext cx="8458200" cy="520700"/>
          </a:xfrm>
        </p:spPr>
        <p:txBody>
          <a:bodyPr anchor="ctr"/>
          <a:lstStyle>
            <a:lvl1pPr algn="l">
              <a:buNone/>
              <a:defRPr sz="2000" b="1"/>
            </a:lvl1pPr>
          </a:lstStyle>
          <a:p>
            <a:pPr lvl="0">
              <a:defRPr/>
            </a:pPr>
            <a:r>
              <a:rPr kumimoji="0" lang="ko-KR" altLang="en-US"/>
              <a:t>마스터 제목 스타일 편집</a:t>
            </a:r>
            <a:endParaRPr kumimoji="0" lang="en-US"/>
          </a:p>
        </p:txBody>
      </p:sp>
      <p:sp>
        <p:nvSpPr>
          <p:cNvPr id="26" name="텍스트 개체 틀 25"/>
          <p:cNvSpPr>
            <a:spLocks noGrp="1"/>
          </p:cNvSpPr>
          <p:nvPr>
            <p:ph type="body" idx="2"/>
          </p:nvPr>
        </p:nvSpPr>
        <p:spPr>
          <a:xfrm>
            <a:off x="457200" y="609600"/>
            <a:ext cx="3008313" cy="4800600"/>
          </a:xfrm>
          <a:prstGeom prst="rect">
            <a:avLst/>
          </a:prstGeo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defRPr/>
            </a:pPr>
            <a:r>
              <a:rPr kumimoji="0" lang="ko-KR" altLang="en-US"/>
              <a:t>마스터 텍스트 스타일을 편집합니다</a:t>
            </a:r>
          </a:p>
        </p:txBody>
      </p:sp>
      <p:sp>
        <p:nvSpPr>
          <p:cNvPr id="14" name="내용 개체 틀 13"/>
          <p:cNvSpPr>
            <a:spLocks noGrp="1"/>
          </p:cNvSpPr>
          <p:nvPr>
            <p:ph sz="half" idx="1"/>
          </p:nvPr>
        </p:nvSpPr>
        <p:spPr>
          <a:xfrm>
            <a:off x="3575050" y="609600"/>
            <a:ext cx="5340350" cy="4800600"/>
          </a:xfrm>
          <a:prstGeom prst="rect">
            <a:avLst/>
          </a:prstGeom>
        </p:spPr>
        <p:txBody>
          <a:bodyPr/>
          <a:lstStyle>
            <a:lvl1pPr>
              <a:defRPr sz="3200"/>
            </a:lvl1pPr>
            <a:lvl2pPr>
              <a:defRPr sz="2800"/>
            </a:lvl2pPr>
            <a:lvl3pPr>
              <a:defRPr sz="2400"/>
            </a:lvl3pPr>
            <a:lvl4pPr>
              <a:defRPr sz="2000"/>
            </a:lvl4pPr>
            <a:lvl5pPr>
              <a:defRPr sz="2000"/>
            </a:lvl5pPr>
          </a:lstStyle>
          <a:p>
            <a:pPr lvl="0" eaLnBrk="1" latinLnBrk="0" hangingPunct="1">
              <a:defRPr/>
            </a:pPr>
            <a:r>
              <a:rPr lang="ko-KR" altLang="en-US"/>
              <a:t>마스터 텍스트 스타일을 편집합니다</a:t>
            </a:r>
          </a:p>
          <a:p>
            <a:pPr lvl="1" eaLnBrk="1" latinLnBrk="0" hangingPunct="1">
              <a:defRPr/>
            </a:pPr>
            <a:r>
              <a:rPr lang="ko-KR" altLang="en-US"/>
              <a:t>둘째 수준</a:t>
            </a:r>
          </a:p>
          <a:p>
            <a:pPr lvl="2" eaLnBrk="1" latinLnBrk="0" hangingPunct="1">
              <a:defRPr/>
            </a:pPr>
            <a:r>
              <a:rPr lang="ko-KR" altLang="en-US"/>
              <a:t>셋째 수준</a:t>
            </a:r>
          </a:p>
          <a:p>
            <a:pPr lvl="3" eaLnBrk="1" latinLnBrk="0" hangingPunct="1">
              <a:defRPr/>
            </a:pPr>
            <a:r>
              <a:rPr lang="ko-KR" altLang="en-US"/>
              <a:t>넷째 수준</a:t>
            </a:r>
          </a:p>
          <a:p>
            <a:pPr lvl="4" eaLnBrk="1" latinLnBrk="0" hangingPunct="1">
              <a:defRPr/>
            </a:pPr>
            <a:r>
              <a:rPr lang="ko-KR" altLang="en-US"/>
              <a:t>다섯째 수준</a:t>
            </a:r>
            <a:endParaRPr kumimoji="0" lang="en-US"/>
          </a:p>
        </p:txBody>
      </p:sp>
      <p:sp>
        <p:nvSpPr>
          <p:cNvPr id="25" name="날짜 개체 틀 24"/>
          <p:cNvSpPr>
            <a:spLocks noGrp="1"/>
          </p:cNvSpPr>
          <p:nvPr>
            <p:ph type="dt" sz="half" idx="10"/>
          </p:nvPr>
        </p:nvSpPr>
        <p:spPr>
          <a:xfrm>
            <a:off x="152400" y="6477000"/>
            <a:ext cx="2514600" cy="288925"/>
          </a:xfrm>
          <a:prstGeom prst="rect">
            <a:avLst/>
          </a:prstGeom>
        </p:spPr>
        <p:txBody>
          <a:bodyPr/>
          <a:lstStyle/>
          <a:p>
            <a:pPr lvl="0">
              <a:defRPr/>
            </a:pPr>
            <a:fld id="{EC8D91F6-311B-42B3-9D17-07F82E3FCFE8}" type="datetime1">
              <a:rPr lang="ko-KR" altLang="en-US"/>
              <a:pPr lvl="0">
                <a:defRPr/>
              </a:pPr>
              <a:t>2026. 4. 29.</a:t>
            </a:fld>
            <a:endParaRPr lang="ko-KR" altLang="en-US"/>
          </a:p>
        </p:txBody>
      </p:sp>
      <p:sp>
        <p:nvSpPr>
          <p:cNvPr id="29" name="바닥글 개체 틀 28"/>
          <p:cNvSpPr>
            <a:spLocks noGrp="1"/>
          </p:cNvSpPr>
          <p:nvPr>
            <p:ph type="ftr" sz="quarter" idx="11"/>
          </p:nvPr>
        </p:nvSpPr>
        <p:spPr/>
        <p:txBody>
          <a:bodyPr/>
          <a:lstStyle/>
          <a:p>
            <a:pPr lvl="0">
              <a:defRPr/>
            </a:pPr>
            <a:r>
              <a:rPr lang="en-US" altLang="ko-KR"/>
              <a:t>Man Machine Interface Lab.</a:t>
            </a:r>
            <a:endParaRPr lang="ko-KR" altLang="en-US"/>
          </a:p>
        </p:txBody>
      </p:sp>
      <p:sp>
        <p:nvSpPr>
          <p:cNvPr id="7" name="슬라이드 번호 개체 틀 6"/>
          <p:cNvSpPr>
            <a:spLocks noGrp="1"/>
          </p:cNvSpPr>
          <p:nvPr>
            <p:ph type="sldNum" sz="quarter" idx="12"/>
          </p:nvPr>
        </p:nvSpPr>
        <p:spPr/>
        <p:txBody>
          <a:bodyPr/>
          <a:lstStyle/>
          <a:p>
            <a:pPr lvl="0">
              <a:defRPr/>
            </a:pPr>
            <a:fld id="{4BEDD84E-25D4-4983-8AA1-2863C96F08D9}" type="slidenum">
              <a:rPr lang="ko-KR" altLang="en-US"/>
              <a:pPr lvl="0">
                <a:defRPr/>
              </a:pPr>
              <a:t>‹#›</a:t>
            </a:fld>
            <a:endParaRPr lang="ko-KR" altLang="en-US"/>
          </a:p>
        </p:txBody>
      </p:sp>
    </p:spTree>
    <p:extLst>
      <p:ext uri="{BB962C8B-B14F-4D97-AF65-F5344CB8AC3E}">
        <p14:creationId xmlns:p14="http://schemas.microsoft.com/office/powerpoint/2010/main" val="2044252243"/>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matchingName="캡션 있는 그림" type="picTx" preserve="1">
  <p:cSld name="캡션 있는 그림">
    <p:spTree>
      <p:nvGrpSpPr>
        <p:cNvPr id="1" name=""/>
        <p:cNvGrpSpPr/>
        <p:nvPr/>
      </p:nvGrpSpPr>
      <p:grpSpPr>
        <a:xfrm>
          <a:off x="0" y="0"/>
          <a:ext cx="0" cy="0"/>
          <a:chOff x="0" y="0"/>
          <a:chExt cx="0" cy="0"/>
        </a:xfrm>
      </p:grpSpPr>
      <p:sp>
        <p:nvSpPr>
          <p:cNvPr id="13" name="그림 개체 틀 12"/>
          <p:cNvSpPr>
            <a:spLocks noGrp="1"/>
          </p:cNvSpPr>
          <p:nvPr>
            <p:ph type="pic" idx="1"/>
          </p:nvPr>
        </p:nvSpPr>
        <p:spPr>
          <a:xfrm>
            <a:off x="3505200" y="616634"/>
            <a:ext cx="5029200" cy="3657600"/>
          </a:xfrm>
          <a:prstGeom prst="rect">
            <a:avLst/>
          </a:prstGeom>
          <a:solidFill>
            <a:schemeClr val="bg1"/>
          </a:solidFill>
          <a:ln w="6350">
            <a:solidFill>
              <a:schemeClr val="accent1"/>
            </a:solidFill>
          </a:ln>
          <a:effectLst>
            <a:reflection blurRad="1000" stA="49000" endA="500" endPos="10000" dist="900" dir="5400000" sy="-90000" algn="bl" rotWithShape="0"/>
          </a:effectLst>
        </p:spPr>
        <p:txBody>
          <a:bodyPr/>
          <a:lstStyle>
            <a:lvl1pPr marL="0" indent="0">
              <a:buNone/>
              <a:defRPr sz="3200"/>
            </a:lvl1pPr>
          </a:lstStyle>
          <a:p>
            <a:pPr lvl="0">
              <a:defRPr/>
            </a:pPr>
            <a:r>
              <a:rPr kumimoji="0" lang="ko-KR" altLang="en-US"/>
              <a:t>그림을 추가하려면 아이콘을 클릭하십시오</a:t>
            </a:r>
            <a:endParaRPr kumimoji="0" lang="en-US"/>
          </a:p>
        </p:txBody>
      </p:sp>
      <p:sp>
        <p:nvSpPr>
          <p:cNvPr id="7" name="날짜 개체 틀 6"/>
          <p:cNvSpPr>
            <a:spLocks noGrp="1"/>
          </p:cNvSpPr>
          <p:nvPr>
            <p:ph type="dt" sz="half" idx="10"/>
          </p:nvPr>
        </p:nvSpPr>
        <p:spPr>
          <a:xfrm>
            <a:off x="152400" y="6477000"/>
            <a:ext cx="2514600" cy="288925"/>
          </a:xfrm>
          <a:prstGeom prst="rect">
            <a:avLst/>
          </a:prstGeom>
        </p:spPr>
        <p:txBody>
          <a:bodyPr/>
          <a:lstStyle/>
          <a:p>
            <a:pPr lvl="0">
              <a:defRPr/>
            </a:pPr>
            <a:fld id="{05DA2291-7A67-422D-8130-489CD18D376A}" type="datetime1">
              <a:rPr lang="ko-KR" altLang="en-US"/>
              <a:pPr lvl="0">
                <a:defRPr/>
              </a:pPr>
              <a:t>2026. 4. 29.</a:t>
            </a:fld>
            <a:endParaRPr lang="ko-KR" altLang="en-US"/>
          </a:p>
        </p:txBody>
      </p:sp>
      <p:sp>
        <p:nvSpPr>
          <p:cNvPr id="5" name="바닥글 개체 틀 4"/>
          <p:cNvSpPr>
            <a:spLocks noGrp="1"/>
          </p:cNvSpPr>
          <p:nvPr>
            <p:ph type="ftr" sz="quarter" idx="11"/>
          </p:nvPr>
        </p:nvSpPr>
        <p:spPr/>
        <p:txBody>
          <a:bodyPr/>
          <a:lstStyle/>
          <a:p>
            <a:pPr lvl="0">
              <a:defRPr/>
            </a:pPr>
            <a:r>
              <a:rPr lang="en-US" altLang="ko-KR"/>
              <a:t>Man Machine Interface Lab.</a:t>
            </a:r>
            <a:endParaRPr lang="ko-KR" altLang="en-US"/>
          </a:p>
        </p:txBody>
      </p:sp>
      <p:sp>
        <p:nvSpPr>
          <p:cNvPr id="31" name="슬라이드 번호 개체 틀 30"/>
          <p:cNvSpPr>
            <a:spLocks noGrp="1"/>
          </p:cNvSpPr>
          <p:nvPr>
            <p:ph type="sldNum" sz="quarter" idx="12"/>
          </p:nvPr>
        </p:nvSpPr>
        <p:spPr/>
        <p:txBody>
          <a:bodyPr/>
          <a:lstStyle/>
          <a:p>
            <a:pPr lvl="0">
              <a:defRPr/>
            </a:pPr>
            <a:fld id="{4BEDD84E-25D4-4983-8AA1-2863C96F08D9}" type="slidenum">
              <a:rPr lang="ko-KR" altLang="en-US"/>
              <a:pPr lvl="0">
                <a:defRPr/>
              </a:pPr>
              <a:t>‹#›</a:t>
            </a:fld>
            <a:endParaRPr lang="ko-KR" altLang="en-US"/>
          </a:p>
        </p:txBody>
      </p:sp>
      <p:sp>
        <p:nvSpPr>
          <p:cNvPr id="17" name="제목 16"/>
          <p:cNvSpPr>
            <a:spLocks noGrp="1"/>
          </p:cNvSpPr>
          <p:nvPr>
            <p:ph type="title"/>
          </p:nvPr>
        </p:nvSpPr>
        <p:spPr>
          <a:xfrm>
            <a:off x="381000" y="4993760"/>
            <a:ext cx="5867400" cy="522288"/>
          </a:xfrm>
        </p:spPr>
        <p:txBody>
          <a:bodyPr anchor="ctr"/>
          <a:lstStyle>
            <a:lvl1pPr algn="l">
              <a:buNone/>
              <a:defRPr sz="2000" b="1"/>
            </a:lvl1pPr>
          </a:lstStyle>
          <a:p>
            <a:pPr lvl="0">
              <a:defRPr/>
            </a:pPr>
            <a:r>
              <a:rPr kumimoji="0" lang="ko-KR" altLang="en-US"/>
              <a:t>마스터 제목 스타일 편집</a:t>
            </a:r>
            <a:endParaRPr kumimoji="0" lang="en-US"/>
          </a:p>
        </p:txBody>
      </p:sp>
      <p:sp>
        <p:nvSpPr>
          <p:cNvPr id="26" name="텍스트 개체 틀 25"/>
          <p:cNvSpPr>
            <a:spLocks noGrp="1"/>
          </p:cNvSpPr>
          <p:nvPr>
            <p:ph type="body" sz="half" idx="2"/>
          </p:nvPr>
        </p:nvSpPr>
        <p:spPr>
          <a:xfrm>
            <a:off x="381000" y="5533218"/>
            <a:ext cx="5867400" cy="768350"/>
          </a:xfrm>
          <a:prstGeom prst="rect">
            <a:avLst/>
          </a:prstGeom>
        </p:spPr>
        <p:txBody>
          <a:bodyPr lIns="109728" tIns="0"/>
          <a:lstStyle>
            <a:lvl1pPr marL="0" indent="0">
              <a:buNone/>
              <a:defRPr sz="1400"/>
            </a:lvl1pPr>
            <a:lvl2pPr>
              <a:defRPr sz="1200"/>
            </a:lvl2pPr>
            <a:lvl3pPr>
              <a:defRPr sz="1000"/>
            </a:lvl3pPr>
            <a:lvl4pPr>
              <a:defRPr sz="900"/>
            </a:lvl4pPr>
            <a:lvl5pPr>
              <a:defRPr sz="900"/>
            </a:lvl5pPr>
          </a:lstStyle>
          <a:p>
            <a:pPr lvl="0" eaLnBrk="1" latinLnBrk="0" hangingPunct="1">
              <a:defRPr/>
            </a:pPr>
            <a:r>
              <a:rPr kumimoji="0" lang="ko-KR" altLang="en-US"/>
              <a:t>마스터 텍스트 스타일을 편집합니다</a:t>
            </a:r>
          </a:p>
        </p:txBody>
      </p:sp>
    </p:spTree>
    <p:extLst>
      <p:ext uri="{BB962C8B-B14F-4D97-AF65-F5344CB8AC3E}">
        <p14:creationId xmlns:p14="http://schemas.microsoft.com/office/powerpoint/2010/main" val="62197872"/>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matchingName="제목 및 세로 텍스트"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lvl="0">
              <a:defRPr/>
            </a:pPr>
            <a:r>
              <a:rPr kumimoji="0" lang="ko-KR" altLang="en-US"/>
              <a:t>마스터 제목 스타일 편집</a:t>
            </a:r>
            <a:endParaRPr kumimoji="0" lang="en-US"/>
          </a:p>
        </p:txBody>
      </p:sp>
      <p:sp>
        <p:nvSpPr>
          <p:cNvPr id="3" name="세로 텍스트 개체 틀 2"/>
          <p:cNvSpPr>
            <a:spLocks noGrp="1"/>
          </p:cNvSpPr>
          <p:nvPr>
            <p:ph type="body" orient="vert" idx="1"/>
          </p:nvPr>
        </p:nvSpPr>
        <p:spPr>
          <a:xfrm>
            <a:off x="304800" y="1143792"/>
            <a:ext cx="8686800" cy="5257008"/>
          </a:xfrm>
          <a:prstGeom prst="rect">
            <a:avLst/>
          </a:prstGeom>
        </p:spPr>
        <p:txBody>
          <a:bodyPr vert="eaVert"/>
          <a:lstStyle/>
          <a:p>
            <a:pPr lvl="0" eaLnBrk="1" latinLnBrk="0" hangingPunct="1">
              <a:defRPr/>
            </a:pPr>
            <a:r>
              <a:rPr lang="ko-KR" altLang="en-US"/>
              <a:t>마스터 텍스트 스타일을 편집합니다</a:t>
            </a:r>
          </a:p>
          <a:p>
            <a:pPr lvl="1" eaLnBrk="1" latinLnBrk="0" hangingPunct="1">
              <a:defRPr/>
            </a:pPr>
            <a:r>
              <a:rPr lang="ko-KR" altLang="en-US"/>
              <a:t>둘째 수준</a:t>
            </a:r>
          </a:p>
          <a:p>
            <a:pPr lvl="2" eaLnBrk="1" latinLnBrk="0" hangingPunct="1">
              <a:defRPr/>
            </a:pPr>
            <a:r>
              <a:rPr lang="ko-KR" altLang="en-US"/>
              <a:t>셋째 수준</a:t>
            </a:r>
          </a:p>
          <a:p>
            <a:pPr lvl="3" eaLnBrk="1" latinLnBrk="0" hangingPunct="1">
              <a:defRPr/>
            </a:pPr>
            <a:r>
              <a:rPr lang="ko-KR" altLang="en-US"/>
              <a:t>넷째 수준</a:t>
            </a:r>
          </a:p>
          <a:p>
            <a:pPr lvl="4" eaLnBrk="1" latinLnBrk="0" hangingPunct="1">
              <a:defRPr/>
            </a:pPr>
            <a:r>
              <a:rPr lang="ko-KR" altLang="en-US"/>
              <a:t>다섯째 수준</a:t>
            </a:r>
            <a:endParaRPr kumimoji="0" lang="en-US"/>
          </a:p>
        </p:txBody>
      </p:sp>
      <p:sp>
        <p:nvSpPr>
          <p:cNvPr id="4" name="날짜 개체 틀 3"/>
          <p:cNvSpPr>
            <a:spLocks noGrp="1"/>
          </p:cNvSpPr>
          <p:nvPr>
            <p:ph type="dt" sz="half" idx="10"/>
          </p:nvPr>
        </p:nvSpPr>
        <p:spPr>
          <a:xfrm>
            <a:off x="152400" y="6477000"/>
            <a:ext cx="2514600" cy="288925"/>
          </a:xfrm>
          <a:prstGeom prst="rect">
            <a:avLst/>
          </a:prstGeom>
        </p:spPr>
        <p:txBody>
          <a:bodyPr/>
          <a:lstStyle/>
          <a:p>
            <a:pPr lvl="0">
              <a:defRPr/>
            </a:pPr>
            <a:fld id="{0E53EA08-071E-45C6-ABEF-44293DE47DF3}" type="datetime1">
              <a:rPr lang="ko-KR" altLang="en-US"/>
              <a:pPr lvl="0">
                <a:defRPr/>
              </a:pPr>
              <a:t>2026. 4. 29.</a:t>
            </a:fld>
            <a:endParaRPr lang="ko-KR" altLang="en-US"/>
          </a:p>
        </p:txBody>
      </p:sp>
      <p:sp>
        <p:nvSpPr>
          <p:cNvPr id="5" name="바닥글 개체 틀 4"/>
          <p:cNvSpPr>
            <a:spLocks noGrp="1"/>
          </p:cNvSpPr>
          <p:nvPr>
            <p:ph type="ftr" sz="quarter" idx="11"/>
          </p:nvPr>
        </p:nvSpPr>
        <p:spPr/>
        <p:txBody>
          <a:bodyPr/>
          <a:lstStyle/>
          <a:p>
            <a:pPr lvl="0">
              <a:defRPr/>
            </a:pPr>
            <a:r>
              <a:rPr lang="en-US" altLang="ko-KR"/>
              <a:t>Man Machine Interface Lab.</a:t>
            </a:r>
            <a:endParaRPr lang="ko-KR" altLang="en-US"/>
          </a:p>
        </p:txBody>
      </p:sp>
      <p:sp>
        <p:nvSpPr>
          <p:cNvPr id="6" name="슬라이드 번호 개체 틀 5"/>
          <p:cNvSpPr>
            <a:spLocks noGrp="1"/>
          </p:cNvSpPr>
          <p:nvPr>
            <p:ph type="sldNum" sz="quarter" idx="12"/>
          </p:nvPr>
        </p:nvSpPr>
        <p:spPr/>
        <p:txBody>
          <a:bodyPr/>
          <a:lstStyle/>
          <a:p>
            <a:pPr lvl="0">
              <a:defRPr/>
            </a:pPr>
            <a:fld id="{4BEDD84E-25D4-4983-8AA1-2863C96F08D9}" type="slidenum">
              <a:rPr lang="ko-KR" altLang="en-US"/>
              <a:pPr lvl="0">
                <a:defRPr/>
              </a:pPr>
              <a:t>‹#›</a:t>
            </a:fld>
            <a:endParaRPr lang="ko-KR" altLang="en-US"/>
          </a:p>
        </p:txBody>
      </p:sp>
    </p:spTree>
    <p:extLst>
      <p:ext uri="{BB962C8B-B14F-4D97-AF65-F5344CB8AC3E}">
        <p14:creationId xmlns:p14="http://schemas.microsoft.com/office/powerpoint/2010/main" val="3105925474"/>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matchingName="세로 제목 및 텍스트"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858000" y="549276"/>
            <a:ext cx="1828800" cy="5851525"/>
          </a:xfrm>
        </p:spPr>
        <p:txBody>
          <a:bodyPr vert="eaVert"/>
          <a:lstStyle/>
          <a:p>
            <a:pPr lvl="0">
              <a:defRPr/>
            </a:pPr>
            <a:r>
              <a:rPr kumimoji="0" lang="ko-KR" altLang="en-US"/>
              <a:t>마스터 제목 스타일 편집</a:t>
            </a:r>
            <a:endParaRPr kumimoji="0" lang="en-US"/>
          </a:p>
        </p:txBody>
      </p:sp>
      <p:sp>
        <p:nvSpPr>
          <p:cNvPr id="3" name="세로 텍스트 개체 틀 2"/>
          <p:cNvSpPr>
            <a:spLocks noGrp="1"/>
          </p:cNvSpPr>
          <p:nvPr>
            <p:ph type="body" orient="vert" idx="1"/>
          </p:nvPr>
        </p:nvSpPr>
        <p:spPr>
          <a:xfrm>
            <a:off x="457200" y="549276"/>
            <a:ext cx="6248400" cy="5851525"/>
          </a:xfrm>
          <a:prstGeom prst="rect">
            <a:avLst/>
          </a:prstGeom>
        </p:spPr>
        <p:txBody>
          <a:bodyPr vert="eaVert"/>
          <a:lstStyle/>
          <a:p>
            <a:pPr lvl="0" eaLnBrk="1" latinLnBrk="0" hangingPunct="1">
              <a:defRPr/>
            </a:pPr>
            <a:r>
              <a:rPr lang="ko-KR" altLang="en-US"/>
              <a:t>마스터 텍스트 스타일을 편집합니다</a:t>
            </a:r>
          </a:p>
          <a:p>
            <a:pPr lvl="1" eaLnBrk="1" latinLnBrk="0" hangingPunct="1">
              <a:defRPr/>
            </a:pPr>
            <a:r>
              <a:rPr lang="ko-KR" altLang="en-US"/>
              <a:t>둘째 수준</a:t>
            </a:r>
          </a:p>
          <a:p>
            <a:pPr lvl="2" eaLnBrk="1" latinLnBrk="0" hangingPunct="1">
              <a:defRPr/>
            </a:pPr>
            <a:r>
              <a:rPr lang="ko-KR" altLang="en-US"/>
              <a:t>셋째 수준</a:t>
            </a:r>
          </a:p>
          <a:p>
            <a:pPr lvl="3" eaLnBrk="1" latinLnBrk="0" hangingPunct="1">
              <a:defRPr/>
            </a:pPr>
            <a:r>
              <a:rPr lang="ko-KR" altLang="en-US"/>
              <a:t>넷째 수준</a:t>
            </a:r>
          </a:p>
          <a:p>
            <a:pPr lvl="4" eaLnBrk="1" latinLnBrk="0" hangingPunct="1">
              <a:defRPr/>
            </a:pPr>
            <a:r>
              <a:rPr lang="ko-KR" altLang="en-US"/>
              <a:t>다섯째 수준</a:t>
            </a:r>
            <a:endParaRPr kumimoji="0" lang="en-US"/>
          </a:p>
        </p:txBody>
      </p:sp>
      <p:sp>
        <p:nvSpPr>
          <p:cNvPr id="4" name="날짜 개체 틀 3"/>
          <p:cNvSpPr>
            <a:spLocks noGrp="1"/>
          </p:cNvSpPr>
          <p:nvPr>
            <p:ph type="dt" sz="half" idx="10"/>
          </p:nvPr>
        </p:nvSpPr>
        <p:spPr>
          <a:xfrm>
            <a:off x="152400" y="6477000"/>
            <a:ext cx="2514600" cy="288925"/>
          </a:xfrm>
          <a:prstGeom prst="rect">
            <a:avLst/>
          </a:prstGeom>
        </p:spPr>
        <p:txBody>
          <a:bodyPr/>
          <a:lstStyle/>
          <a:p>
            <a:pPr lvl="0">
              <a:defRPr/>
            </a:pPr>
            <a:fld id="{25C7046A-8A9C-47A5-BF88-E22AA839B34A}" type="datetime1">
              <a:rPr lang="ko-KR" altLang="en-US"/>
              <a:pPr lvl="0">
                <a:defRPr/>
              </a:pPr>
              <a:t>2026. 4. 29.</a:t>
            </a:fld>
            <a:endParaRPr lang="ko-KR" altLang="en-US"/>
          </a:p>
        </p:txBody>
      </p:sp>
      <p:sp>
        <p:nvSpPr>
          <p:cNvPr id="5" name="바닥글 개체 틀 4"/>
          <p:cNvSpPr>
            <a:spLocks noGrp="1"/>
          </p:cNvSpPr>
          <p:nvPr>
            <p:ph type="ftr" sz="quarter" idx="11"/>
          </p:nvPr>
        </p:nvSpPr>
        <p:spPr/>
        <p:txBody>
          <a:bodyPr/>
          <a:lstStyle/>
          <a:p>
            <a:pPr lvl="0">
              <a:defRPr/>
            </a:pPr>
            <a:r>
              <a:rPr lang="en-US" altLang="ko-KR"/>
              <a:t>Man Machine Interface Lab.</a:t>
            </a:r>
            <a:endParaRPr lang="ko-KR" altLang="en-US"/>
          </a:p>
        </p:txBody>
      </p:sp>
      <p:sp>
        <p:nvSpPr>
          <p:cNvPr id="6" name="슬라이드 번호 개체 틀 5"/>
          <p:cNvSpPr>
            <a:spLocks noGrp="1"/>
          </p:cNvSpPr>
          <p:nvPr>
            <p:ph type="sldNum" sz="quarter" idx="12"/>
          </p:nvPr>
        </p:nvSpPr>
        <p:spPr/>
        <p:txBody>
          <a:bodyPr/>
          <a:lstStyle/>
          <a:p>
            <a:pPr lvl="0">
              <a:defRPr/>
            </a:pPr>
            <a:fld id="{4BEDD84E-25D4-4983-8AA1-2863C96F08D9}" type="slidenum">
              <a:rPr lang="ko-KR" altLang="en-US"/>
              <a:pPr lvl="0">
                <a:defRPr/>
              </a:pPr>
              <a:t>‹#›</a:t>
            </a:fld>
            <a:endParaRPr lang="ko-KR" altLang="en-US"/>
          </a:p>
        </p:txBody>
      </p:sp>
    </p:spTree>
    <p:extLst>
      <p:ext uri="{BB962C8B-B14F-4D97-AF65-F5344CB8AC3E}">
        <p14:creationId xmlns:p14="http://schemas.microsoft.com/office/powerpoint/2010/main" val="115378778"/>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제목 슬라이드">
    <p:spTree>
      <p:nvGrpSpPr>
        <p:cNvPr id="1" name=""/>
        <p:cNvGrpSpPr/>
        <p:nvPr/>
      </p:nvGrpSpPr>
      <p:grpSpPr>
        <a:xfrm>
          <a:off x="0" y="0"/>
          <a:ext cx="0" cy="0"/>
          <a:chOff x="0" y="0"/>
          <a:chExt cx="0" cy="0"/>
        </a:xfrm>
      </p:grpSpPr>
      <p:sp>
        <p:nvSpPr>
          <p:cNvPr id="7" name="직선 연결선 6"/>
          <p:cNvSpPr>
            <a:spLocks noChangeShapeType="1"/>
          </p:cNvSpPr>
          <p:nvPr/>
        </p:nvSpPr>
        <p:spPr bwMode="auto">
          <a:xfrm>
            <a:off x="514350" y="5349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9" name="제목 28"/>
          <p:cNvSpPr>
            <a:spLocks noGrp="1"/>
          </p:cNvSpPr>
          <p:nvPr>
            <p:ph type="ctrTitle"/>
          </p:nvPr>
        </p:nvSpPr>
        <p:spPr>
          <a:xfrm>
            <a:off x="381000" y="4853411"/>
            <a:ext cx="8458200" cy="1222375"/>
          </a:xfrm>
        </p:spPr>
        <p:txBody>
          <a:bodyPr anchor="t"/>
          <a:lstStyle>
            <a:lvl1pPr>
              <a:defRPr cap="none" baseline="0"/>
            </a:lvl1pPr>
          </a:lstStyle>
          <a:p>
            <a:r>
              <a:rPr kumimoji="0" lang="ko-KR" altLang="en-US" dirty="0"/>
              <a:t>마스터 제목 스타일 편집</a:t>
            </a:r>
            <a:endParaRPr kumimoji="0" lang="en-US" dirty="0"/>
          </a:p>
        </p:txBody>
      </p:sp>
      <p:sp>
        <p:nvSpPr>
          <p:cNvPr id="9" name="부제목 8"/>
          <p:cNvSpPr>
            <a:spLocks noGrp="1"/>
          </p:cNvSpPr>
          <p:nvPr>
            <p:ph type="subTitle" idx="1" hasCustomPrompt="1"/>
          </p:nvPr>
        </p:nvSpPr>
        <p:spPr>
          <a:xfrm>
            <a:off x="381000" y="3886200"/>
            <a:ext cx="8458200" cy="914400"/>
          </a:xfrm>
          <a:prstGeom prst="rect">
            <a:avLst/>
          </a:prstGeom>
        </p:spPr>
        <p:txBody>
          <a:bodyPr anchor="b"/>
          <a:lstStyle>
            <a:lvl1pPr marL="0" indent="0" algn="l">
              <a:buNone/>
              <a:defRPr sz="2400">
                <a:solidFill>
                  <a:schemeClr val="tx2">
                    <a:shade val="75000"/>
                  </a:schemeClr>
                </a:solidFill>
                <a:latin typeface="Times New Roman" panose="02020603050405020304" pitchFamily="18" charset="0"/>
                <a:cs typeface="Times New Roman" panose="02020603050405020304" pitchFamily="18"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ko-KR" altLang="en-US" dirty="0"/>
              <a:t>마스터 부제목 스타일 편집</a:t>
            </a:r>
            <a:endParaRPr kumimoji="0" lang="en-US" dirty="0"/>
          </a:p>
        </p:txBody>
      </p:sp>
      <p:sp>
        <p:nvSpPr>
          <p:cNvPr id="16" name="날짜 개체 틀 15"/>
          <p:cNvSpPr>
            <a:spLocks noGrp="1"/>
          </p:cNvSpPr>
          <p:nvPr>
            <p:ph type="dt" sz="half" idx="10"/>
          </p:nvPr>
        </p:nvSpPr>
        <p:spPr>
          <a:xfrm>
            <a:off x="142844" y="6429396"/>
            <a:ext cx="2514600" cy="288925"/>
          </a:xfrm>
          <a:prstGeom prst="rect">
            <a:avLst/>
          </a:prstGeom>
        </p:spPr>
        <p:txBody>
          <a:bodyPr/>
          <a:lstStyle/>
          <a:p>
            <a:fld id="{B632950A-F512-41A3-8F79-6A271EB6ACD6}" type="datetime1">
              <a:rPr lang="ko-KR" altLang="en-US" smtClean="0"/>
              <a:pPr/>
              <a:t>2026. 4. 29.</a:t>
            </a:fld>
            <a:endParaRPr lang="ko-KR" altLang="en-US"/>
          </a:p>
        </p:txBody>
      </p:sp>
      <p:sp>
        <p:nvSpPr>
          <p:cNvPr id="2" name="바닥글 개체 틀 1"/>
          <p:cNvSpPr>
            <a:spLocks noGrp="1"/>
          </p:cNvSpPr>
          <p:nvPr>
            <p:ph type="ftr" sz="quarter" idx="11"/>
          </p:nvPr>
        </p:nvSpPr>
        <p:spPr>
          <a:xfrm>
            <a:off x="2892928" y="6429396"/>
            <a:ext cx="3352800" cy="288925"/>
          </a:xfrm>
        </p:spPr>
        <p:txBody>
          <a:bodyPr/>
          <a:lstStyle>
            <a:lvl1pPr algn="ctr">
              <a:defRPr/>
            </a:lvl1pPr>
          </a:lstStyle>
          <a:p>
            <a:r>
              <a:rPr lang="en-US" altLang="ko-KR" dirty="0"/>
              <a:t>Man Machine Interface Lab.</a:t>
            </a:r>
            <a:endParaRPr lang="ko-KR" altLang="en-US" dirty="0"/>
          </a:p>
        </p:txBody>
      </p:sp>
      <p:sp>
        <p:nvSpPr>
          <p:cNvPr id="15" name="슬라이드 번호 개체 틀 14"/>
          <p:cNvSpPr>
            <a:spLocks noGrp="1"/>
          </p:cNvSpPr>
          <p:nvPr>
            <p:ph type="sldNum" sz="quarter" idx="12"/>
          </p:nvPr>
        </p:nvSpPr>
        <p:spPr>
          <a:xfrm>
            <a:off x="8229600" y="6473952"/>
            <a:ext cx="758952" cy="246888"/>
          </a:xfrm>
        </p:spPr>
        <p:txBody>
          <a:bodyPr/>
          <a:lstStyle/>
          <a:p>
            <a:fld id="{4BEDD84E-25D4-4983-8AA1-2863C96F08D9}" type="slidenum">
              <a:rPr lang="ko-KR" altLang="en-US" smtClean="0"/>
              <a:pPr/>
              <a:t>‹#›</a:t>
            </a:fld>
            <a:endParaRPr lang="ko-KR" altLang="en-US"/>
          </a:p>
        </p:txBody>
      </p:sp>
    </p:spTree>
    <p:extLst>
      <p:ext uri="{BB962C8B-B14F-4D97-AF65-F5344CB8AC3E}">
        <p14:creationId xmlns:p14="http://schemas.microsoft.com/office/powerpoint/2010/main" val="179542393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제목 및 내용">
    <p:spTree>
      <p:nvGrpSpPr>
        <p:cNvPr id="1" name=""/>
        <p:cNvGrpSpPr/>
        <p:nvPr/>
      </p:nvGrpSpPr>
      <p:grpSpPr>
        <a:xfrm>
          <a:off x="0" y="0"/>
          <a:ext cx="0" cy="0"/>
          <a:chOff x="0" y="0"/>
          <a:chExt cx="0" cy="0"/>
        </a:xfrm>
      </p:grpSpPr>
      <p:sp>
        <p:nvSpPr>
          <p:cNvPr id="25" name="날짜 개체 틀 24"/>
          <p:cNvSpPr>
            <a:spLocks noGrp="1"/>
          </p:cNvSpPr>
          <p:nvPr>
            <p:ph type="dt" sz="half" idx="10"/>
          </p:nvPr>
        </p:nvSpPr>
        <p:spPr>
          <a:xfrm>
            <a:off x="128574" y="6429396"/>
            <a:ext cx="2514600" cy="288925"/>
          </a:xfrm>
          <a:prstGeom prst="rect">
            <a:avLst/>
          </a:prstGeom>
        </p:spPr>
        <p:txBody>
          <a:bodyPr/>
          <a:lstStyle/>
          <a:p>
            <a:fld id="{B83A37B9-9A4C-4C5A-AFE9-A9DA1B215BD5}" type="datetime1">
              <a:rPr lang="ko-KR" altLang="en-US" smtClean="0"/>
              <a:pPr/>
              <a:t>2026. 4. 29.</a:t>
            </a:fld>
            <a:endParaRPr lang="ko-KR" altLang="en-US" dirty="0"/>
          </a:p>
        </p:txBody>
      </p:sp>
      <p:sp>
        <p:nvSpPr>
          <p:cNvPr id="19" name="바닥글 개체 틀 18"/>
          <p:cNvSpPr>
            <a:spLocks noGrp="1"/>
          </p:cNvSpPr>
          <p:nvPr>
            <p:ph type="ftr" sz="quarter" idx="11"/>
          </p:nvPr>
        </p:nvSpPr>
        <p:spPr>
          <a:xfrm>
            <a:off x="3121418" y="6429396"/>
            <a:ext cx="2895600" cy="288925"/>
          </a:xfrm>
        </p:spPr>
        <p:txBody>
          <a:bodyPr/>
          <a:lstStyle>
            <a:lvl1pPr algn="ctr">
              <a:defRPr/>
            </a:lvl1pPr>
          </a:lstStyle>
          <a:p>
            <a:r>
              <a:rPr lang="en-US" altLang="ko-KR" dirty="0"/>
              <a:t>Man Machine Interface Lab.</a:t>
            </a:r>
            <a:endParaRPr lang="ko-KR" altLang="en-US" dirty="0"/>
          </a:p>
        </p:txBody>
      </p:sp>
      <p:sp>
        <p:nvSpPr>
          <p:cNvPr id="16" name="슬라이드 번호 개체 틀 15"/>
          <p:cNvSpPr>
            <a:spLocks noGrp="1"/>
          </p:cNvSpPr>
          <p:nvPr>
            <p:ph type="sldNum" sz="quarter" idx="12"/>
          </p:nvPr>
        </p:nvSpPr>
        <p:spPr>
          <a:xfrm>
            <a:off x="8229600" y="6473952"/>
            <a:ext cx="758952" cy="246888"/>
          </a:xfrm>
        </p:spPr>
        <p:txBody>
          <a:bodyPr/>
          <a:lstStyle/>
          <a:p>
            <a:fld id="{4BEDD84E-25D4-4983-8AA1-2863C96F08D9}" type="slidenum">
              <a:rPr lang="ko-KR" altLang="en-US" smtClean="0"/>
              <a:pPr/>
              <a:t>‹#›</a:t>
            </a:fld>
            <a:endParaRPr lang="ko-KR" altLang="en-US"/>
          </a:p>
        </p:txBody>
      </p:sp>
      <p:sp>
        <p:nvSpPr>
          <p:cNvPr id="11" name="직선 연결선 10">
            <a:extLst>
              <a:ext uri="{FF2B5EF4-FFF2-40B4-BE49-F238E27FC236}">
                <a16:creationId xmlns:a16="http://schemas.microsoft.com/office/drawing/2014/main" id="{393D0CFD-D247-4081-AA70-2E4CF49E7B59}"/>
              </a:ext>
            </a:extLst>
          </p:cNvPr>
          <p:cNvSpPr>
            <a:spLocks noChangeShapeType="1"/>
          </p:cNvSpPr>
          <p:nvPr userDrawn="1"/>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제목 개체 틀 9">
            <a:extLst>
              <a:ext uri="{FF2B5EF4-FFF2-40B4-BE49-F238E27FC236}">
                <a16:creationId xmlns:a16="http://schemas.microsoft.com/office/drawing/2014/main" id="{597C2B3E-08B1-4CFC-ACE1-607554730462}"/>
              </a:ext>
            </a:extLst>
          </p:cNvPr>
          <p:cNvSpPr>
            <a:spLocks noGrp="1"/>
          </p:cNvSpPr>
          <p:nvPr>
            <p:ph type="title"/>
          </p:nvPr>
        </p:nvSpPr>
        <p:spPr>
          <a:xfrm>
            <a:off x="304800" y="457200"/>
            <a:ext cx="8686800" cy="838200"/>
          </a:xfrm>
          <a:prstGeom prst="rect">
            <a:avLst/>
          </a:prstGeom>
        </p:spPr>
        <p:txBody>
          <a:bodyPr vert="horz" anchor="ctr">
            <a:normAutofit/>
          </a:bodyPr>
          <a:lstStyle/>
          <a:p>
            <a:r>
              <a:rPr kumimoji="0" lang="ko-KR" altLang="en-US" dirty="0"/>
              <a:t>마스터 제목 스타일 편집</a:t>
            </a:r>
            <a:endParaRPr kumimoji="0" lang="en-US" dirty="0"/>
          </a:p>
        </p:txBody>
      </p:sp>
      <p:sp>
        <p:nvSpPr>
          <p:cNvPr id="13" name="직선 연결선 12">
            <a:extLst>
              <a:ext uri="{FF2B5EF4-FFF2-40B4-BE49-F238E27FC236}">
                <a16:creationId xmlns:a16="http://schemas.microsoft.com/office/drawing/2014/main" id="{1F019EAE-627E-4B2F-B2BF-349CA582F811}"/>
              </a:ext>
            </a:extLst>
          </p:cNvPr>
          <p:cNvSpPr>
            <a:spLocks noChangeShapeType="1"/>
          </p:cNvSpPr>
          <p:nvPr userDrawn="1"/>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직선 연결선 13">
            <a:extLst>
              <a:ext uri="{FF2B5EF4-FFF2-40B4-BE49-F238E27FC236}">
                <a16:creationId xmlns:a16="http://schemas.microsoft.com/office/drawing/2014/main" id="{B83120D9-8B30-4A51-BD02-F39A7D69E686}"/>
              </a:ext>
            </a:extLst>
          </p:cNvPr>
          <p:cNvSpPr>
            <a:spLocks noChangeShapeType="1"/>
          </p:cNvSpPr>
          <p:nvPr userDrawn="1"/>
        </p:nvSpPr>
        <p:spPr bwMode="auto">
          <a:xfrm>
            <a:off x="514350" y="1057986"/>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텍스트 개체 틀 7">
            <a:extLst>
              <a:ext uri="{FF2B5EF4-FFF2-40B4-BE49-F238E27FC236}">
                <a16:creationId xmlns:a16="http://schemas.microsoft.com/office/drawing/2014/main" id="{F403B170-3966-4C4C-A332-2FA8A16552A4}"/>
              </a:ext>
            </a:extLst>
          </p:cNvPr>
          <p:cNvSpPr>
            <a:spLocks noGrp="1"/>
          </p:cNvSpPr>
          <p:nvPr>
            <p:ph idx="1"/>
          </p:nvPr>
        </p:nvSpPr>
        <p:spPr>
          <a:xfrm>
            <a:off x="304800" y="1206272"/>
            <a:ext cx="8686800" cy="5194527"/>
          </a:xfrm>
          <a:prstGeom prst="rect">
            <a:avLst/>
          </a:prstGeom>
        </p:spPr>
        <p:txBody>
          <a:bodyPr vert="horz">
            <a:normAutofit/>
          </a:bodyPr>
          <a:lstStyle/>
          <a:p>
            <a:pPr lvl="0" eaLnBrk="1" latinLnBrk="0" hangingPunct="1"/>
            <a:r>
              <a:rPr kumimoji="0" lang="ko-KR" altLang="en-US" dirty="0"/>
              <a:t>마스터 텍스트 스타일을 편집합니다</a:t>
            </a:r>
          </a:p>
          <a:p>
            <a:pPr lvl="1" eaLnBrk="1" latinLnBrk="0" hangingPunct="1"/>
            <a:r>
              <a:rPr kumimoji="0" lang="ko-KR" altLang="en-US" dirty="0"/>
              <a:t>둘째 수준</a:t>
            </a:r>
          </a:p>
          <a:p>
            <a:pPr lvl="2" eaLnBrk="1" latinLnBrk="0" hangingPunct="1"/>
            <a:r>
              <a:rPr kumimoji="0" lang="ko-KR" altLang="en-US" dirty="0"/>
              <a:t>셋째 수준</a:t>
            </a:r>
          </a:p>
          <a:p>
            <a:pPr lvl="3" eaLnBrk="1" latinLnBrk="0" hangingPunct="1"/>
            <a:r>
              <a:rPr kumimoji="0" lang="ko-KR" altLang="en-US" dirty="0"/>
              <a:t>넷째 수준</a:t>
            </a:r>
          </a:p>
          <a:p>
            <a:pPr lvl="4" eaLnBrk="1" latinLnBrk="0" hangingPunct="1"/>
            <a:r>
              <a:rPr kumimoji="0" lang="ko-KR" altLang="en-US" dirty="0"/>
              <a:t>다섯째 수준</a:t>
            </a:r>
            <a:endParaRPr kumimoji="0" lang="en-US" dirty="0"/>
          </a:p>
        </p:txBody>
      </p:sp>
    </p:spTree>
    <p:extLst>
      <p:ext uri="{BB962C8B-B14F-4D97-AF65-F5344CB8AC3E}">
        <p14:creationId xmlns:p14="http://schemas.microsoft.com/office/powerpoint/2010/main" val="137298380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secHead" preserve="1">
  <p:cSld name="구역 머리글">
    <p:spTree>
      <p:nvGrpSpPr>
        <p:cNvPr id="1" name=""/>
        <p:cNvGrpSpPr/>
        <p:nvPr/>
      </p:nvGrpSpPr>
      <p:grpSpPr>
        <a:xfrm>
          <a:off x="0" y="0"/>
          <a:ext cx="0" cy="0"/>
          <a:chOff x="0" y="0"/>
          <a:chExt cx="0" cy="0"/>
        </a:xfrm>
      </p:grpSpPr>
      <p:sp>
        <p:nvSpPr>
          <p:cNvPr id="7" name="직선 연결선 6"/>
          <p:cNvSpPr>
            <a:spLocks noChangeShapeType="1"/>
          </p:cNvSpPr>
          <p:nvPr/>
        </p:nvSpPr>
        <p:spPr bwMode="auto">
          <a:xfrm>
            <a:off x="514350" y="3444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텍스트 개체 틀 5"/>
          <p:cNvSpPr>
            <a:spLocks noGrp="1"/>
          </p:cNvSpPr>
          <p:nvPr>
            <p:ph type="body" idx="1"/>
          </p:nvPr>
        </p:nvSpPr>
        <p:spPr>
          <a:xfrm>
            <a:off x="381000" y="1676400"/>
            <a:ext cx="8458200" cy="1219200"/>
          </a:xfrm>
          <a:prstGeom prst="rect">
            <a:avLst/>
          </a:prstGeom>
        </p:spPr>
        <p:txBody>
          <a:bodyPr anchor="b"/>
          <a:lstStyle>
            <a:lvl1pPr marL="0" indent="0" algn="r">
              <a:buNone/>
              <a:defRPr sz="2000">
                <a:solidFill>
                  <a:schemeClr val="tx2">
                    <a:shade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ko-KR" altLang="en-US" dirty="0"/>
              <a:t>마스터 텍스트 스타일을 편집합니다</a:t>
            </a:r>
          </a:p>
        </p:txBody>
      </p:sp>
      <p:sp>
        <p:nvSpPr>
          <p:cNvPr id="19" name="날짜 개체 틀 18"/>
          <p:cNvSpPr>
            <a:spLocks noGrp="1"/>
          </p:cNvSpPr>
          <p:nvPr>
            <p:ph type="dt" sz="half" idx="10"/>
          </p:nvPr>
        </p:nvSpPr>
        <p:spPr>
          <a:xfrm>
            <a:off x="152400" y="6477000"/>
            <a:ext cx="2514600" cy="288925"/>
          </a:xfrm>
          <a:prstGeom prst="rect">
            <a:avLst/>
          </a:prstGeom>
        </p:spPr>
        <p:txBody>
          <a:bodyPr/>
          <a:lstStyle/>
          <a:p>
            <a:fld id="{620E4DAC-B013-407C-908C-BC9C18222F1E}" type="datetime1">
              <a:rPr lang="ko-KR" altLang="en-US" smtClean="0"/>
              <a:pPr/>
              <a:t>2026. 4. 29.</a:t>
            </a:fld>
            <a:endParaRPr lang="ko-KR" altLang="en-US"/>
          </a:p>
        </p:txBody>
      </p:sp>
      <p:sp>
        <p:nvSpPr>
          <p:cNvPr id="11" name="바닥글 개체 틀 10"/>
          <p:cNvSpPr>
            <a:spLocks noGrp="1"/>
          </p:cNvSpPr>
          <p:nvPr>
            <p:ph type="ftr" sz="quarter" idx="11"/>
          </p:nvPr>
        </p:nvSpPr>
        <p:spPr/>
        <p:txBody>
          <a:bodyPr/>
          <a:lstStyle/>
          <a:p>
            <a:r>
              <a:rPr lang="en-US" altLang="ko-KR"/>
              <a:t>Man Machine Interface Lab.</a:t>
            </a:r>
            <a:endParaRPr lang="ko-KR" altLang="en-US"/>
          </a:p>
        </p:txBody>
      </p:sp>
      <p:sp>
        <p:nvSpPr>
          <p:cNvPr id="16" name="슬라이드 번호 개체 틀 15"/>
          <p:cNvSpPr>
            <a:spLocks noGrp="1"/>
          </p:cNvSpPr>
          <p:nvPr>
            <p:ph type="sldNum" sz="quarter" idx="12"/>
          </p:nvPr>
        </p:nvSpPr>
        <p:spPr/>
        <p:txBody>
          <a:bodyPr/>
          <a:lstStyle/>
          <a:p>
            <a:fld id="{4BEDD84E-25D4-4983-8AA1-2863C96F08D9}" type="slidenum">
              <a:rPr lang="ko-KR" altLang="en-US" smtClean="0"/>
              <a:pPr/>
              <a:t>‹#›</a:t>
            </a:fld>
            <a:endParaRPr lang="ko-KR" altLang="en-US"/>
          </a:p>
        </p:txBody>
      </p:sp>
      <p:sp>
        <p:nvSpPr>
          <p:cNvPr id="8" name="제목 7"/>
          <p:cNvSpPr>
            <a:spLocks noGrp="1"/>
          </p:cNvSpPr>
          <p:nvPr>
            <p:ph type="title"/>
          </p:nvPr>
        </p:nvSpPr>
        <p:spPr>
          <a:xfrm>
            <a:off x="180475" y="2947085"/>
            <a:ext cx="8686800" cy="1184825"/>
          </a:xfrm>
        </p:spPr>
        <p:txBody>
          <a:bodyPr rtlCol="0" anchor="t"/>
          <a:lstStyle>
            <a:lvl1pPr algn="r">
              <a:defRPr cap="none" baseline="0"/>
            </a:lvl1pPr>
          </a:lstStyle>
          <a:p>
            <a:r>
              <a:rPr kumimoji="0" lang="ko-KR" altLang="en-US" dirty="0"/>
              <a:t>마스터 제목 스타일 편집</a:t>
            </a:r>
            <a:endParaRPr kumimoji="0" lang="en-US" dirty="0"/>
          </a:p>
        </p:txBody>
      </p:sp>
    </p:spTree>
    <p:extLst>
      <p:ext uri="{BB962C8B-B14F-4D97-AF65-F5344CB8AC3E}">
        <p14:creationId xmlns:p14="http://schemas.microsoft.com/office/powerpoint/2010/main" val="153045750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woObj" preserve="1">
  <p:cSld name="콘텐츠 2개">
    <p:spTree>
      <p:nvGrpSpPr>
        <p:cNvPr id="1" name=""/>
        <p:cNvGrpSpPr/>
        <p:nvPr/>
      </p:nvGrpSpPr>
      <p:grpSpPr>
        <a:xfrm>
          <a:off x="0" y="0"/>
          <a:ext cx="0" cy="0"/>
          <a:chOff x="0" y="0"/>
          <a:chExt cx="0" cy="0"/>
        </a:xfrm>
      </p:grpSpPr>
      <p:sp>
        <p:nvSpPr>
          <p:cNvPr id="20" name="제목 19"/>
          <p:cNvSpPr>
            <a:spLocks noGrp="1"/>
          </p:cNvSpPr>
          <p:nvPr>
            <p:ph type="title"/>
          </p:nvPr>
        </p:nvSpPr>
        <p:spPr>
          <a:xfrm>
            <a:off x="301752" y="457200"/>
            <a:ext cx="8686800" cy="841248"/>
          </a:xfrm>
        </p:spPr>
        <p:txBody>
          <a:bodyPr/>
          <a:lstStyle>
            <a:lvl1pPr>
              <a:defRPr cap="none" baseline="0"/>
            </a:lvl1pPr>
          </a:lstStyle>
          <a:p>
            <a:r>
              <a:rPr kumimoji="0" lang="ko-KR" altLang="en-US" dirty="0"/>
              <a:t>마스터 제목 스타일 편집</a:t>
            </a:r>
            <a:endParaRPr kumimoji="0" lang="en-US" dirty="0"/>
          </a:p>
        </p:txBody>
      </p:sp>
      <p:sp>
        <p:nvSpPr>
          <p:cNvPr id="14" name="내용 개체 틀 13"/>
          <p:cNvSpPr>
            <a:spLocks noGrp="1"/>
          </p:cNvSpPr>
          <p:nvPr>
            <p:ph sz="half" idx="1" hasCustomPrompt="1"/>
          </p:nvPr>
        </p:nvSpPr>
        <p:spPr>
          <a:xfrm>
            <a:off x="304800" y="1600200"/>
            <a:ext cx="4191000" cy="4724400"/>
          </a:xfrm>
          <a:prstGeom prst="rect">
            <a:avLst/>
          </a:prstGeom>
        </p:spPr>
        <p:txBody>
          <a:bodyPr>
            <a:normAutofit/>
          </a:bodyPr>
          <a:lstStyle>
            <a:lvl1pPr>
              <a:defRPr sz="2400"/>
            </a:lvl1pPr>
            <a:lvl2pPr>
              <a:defRPr sz="2000"/>
            </a:lvl2pPr>
            <a:lvl3pPr>
              <a:defRPr sz="1800"/>
            </a:lvl3pPr>
            <a:lvl4pPr>
              <a:defRPr sz="1600"/>
            </a:lvl4pPr>
            <a:lvl5pPr>
              <a:defRPr sz="1600"/>
            </a:lvl5pPr>
          </a:lstStyle>
          <a:p>
            <a:pPr lvl="0" eaLnBrk="1" latinLnBrk="0" hangingPunct="1"/>
            <a:r>
              <a:rPr lang="ko-KR" altLang="en-US" dirty="0"/>
              <a:t>마스터 텍스트 스타일을 편집합니다</a:t>
            </a:r>
          </a:p>
          <a:p>
            <a:pPr lvl="1" eaLnBrk="1" latinLnBrk="0" hangingPunct="1"/>
            <a:r>
              <a:rPr lang="ko-KR" altLang="en-US" dirty="0"/>
              <a:t>둘째 수준</a:t>
            </a:r>
          </a:p>
          <a:p>
            <a:pPr lvl="2" eaLnBrk="1" latinLnBrk="0" hangingPunct="1"/>
            <a:r>
              <a:rPr lang="ko-KR" altLang="en-US" dirty="0"/>
              <a:t>셋째 수준</a:t>
            </a:r>
          </a:p>
          <a:p>
            <a:pPr lvl="3" eaLnBrk="1" latinLnBrk="0" hangingPunct="1"/>
            <a:r>
              <a:rPr lang="ko-KR" altLang="en-US" dirty="0"/>
              <a:t>넷째 수준</a:t>
            </a:r>
          </a:p>
          <a:p>
            <a:pPr lvl="4" eaLnBrk="1" latinLnBrk="0" hangingPunct="1"/>
            <a:r>
              <a:rPr lang="ko-KR" altLang="en-US" dirty="0"/>
              <a:t>다섯째 수준</a:t>
            </a:r>
            <a:endParaRPr kumimoji="0" lang="en-US" dirty="0"/>
          </a:p>
        </p:txBody>
      </p:sp>
      <p:sp>
        <p:nvSpPr>
          <p:cNvPr id="13" name="내용 개체 틀 12"/>
          <p:cNvSpPr>
            <a:spLocks noGrp="1"/>
          </p:cNvSpPr>
          <p:nvPr>
            <p:ph sz="half" idx="2"/>
          </p:nvPr>
        </p:nvSpPr>
        <p:spPr>
          <a:xfrm>
            <a:off x="4648200" y="1600200"/>
            <a:ext cx="4343400" cy="4724400"/>
          </a:xfrm>
          <a:prstGeom prst="rect">
            <a:avLst/>
          </a:prstGeom>
        </p:spPr>
        <p:txBody>
          <a:bodyPr>
            <a:normAutofit/>
          </a:bodyPr>
          <a:lstStyle>
            <a:lvl1pPr>
              <a:defRPr sz="2400"/>
            </a:lvl1pPr>
            <a:lvl2pPr>
              <a:defRPr sz="2000"/>
            </a:lvl2pPr>
            <a:lvl3pPr>
              <a:defRPr sz="1800"/>
            </a:lvl3pPr>
            <a:lvl4pPr>
              <a:defRPr sz="1600"/>
            </a:lvl4pPr>
            <a:lvl5pPr>
              <a:defRPr sz="1600"/>
            </a:lvl5pPr>
          </a:lstStyle>
          <a:p>
            <a:pPr lvl="0" eaLnBrk="1" latinLnBrk="0" hangingPunct="1"/>
            <a:r>
              <a:rPr lang="ko-KR" altLang="en-US"/>
              <a:t>마스터 텍스트 스타일을 편집합니다</a:t>
            </a:r>
          </a:p>
          <a:p>
            <a:pPr lvl="1" eaLnBrk="1" latinLnBrk="0" hangingPunct="1"/>
            <a:r>
              <a:rPr lang="ko-KR" altLang="en-US"/>
              <a:t>둘째 수준</a:t>
            </a:r>
          </a:p>
          <a:p>
            <a:pPr lvl="2" eaLnBrk="1" latinLnBrk="0" hangingPunct="1"/>
            <a:r>
              <a:rPr lang="ko-KR" altLang="en-US"/>
              <a:t>셋째 수준</a:t>
            </a:r>
          </a:p>
          <a:p>
            <a:pPr lvl="3" eaLnBrk="1" latinLnBrk="0" hangingPunct="1"/>
            <a:r>
              <a:rPr lang="ko-KR" altLang="en-US"/>
              <a:t>넷째 수준</a:t>
            </a:r>
          </a:p>
          <a:p>
            <a:pPr lvl="4" eaLnBrk="1" latinLnBrk="0" hangingPunct="1"/>
            <a:r>
              <a:rPr lang="ko-KR" altLang="en-US"/>
              <a:t>다섯째 수준</a:t>
            </a:r>
            <a:endParaRPr kumimoji="0" lang="en-US"/>
          </a:p>
        </p:txBody>
      </p:sp>
      <p:sp>
        <p:nvSpPr>
          <p:cNvPr id="21" name="날짜 개체 틀 20"/>
          <p:cNvSpPr>
            <a:spLocks noGrp="1"/>
          </p:cNvSpPr>
          <p:nvPr>
            <p:ph type="dt" sz="half" idx="10"/>
          </p:nvPr>
        </p:nvSpPr>
        <p:spPr>
          <a:xfrm>
            <a:off x="128574" y="6429396"/>
            <a:ext cx="2514600" cy="288925"/>
          </a:xfrm>
          <a:prstGeom prst="rect">
            <a:avLst/>
          </a:prstGeom>
        </p:spPr>
        <p:txBody>
          <a:bodyPr/>
          <a:lstStyle/>
          <a:p>
            <a:fld id="{CE5EA34B-7355-4DB3-A24E-6787C8C2A447}" type="datetime1">
              <a:rPr lang="ko-KR" altLang="en-US" smtClean="0"/>
              <a:pPr/>
              <a:t>2026. 4. 29.</a:t>
            </a:fld>
            <a:endParaRPr lang="ko-KR" altLang="en-US" dirty="0"/>
          </a:p>
        </p:txBody>
      </p:sp>
      <p:sp>
        <p:nvSpPr>
          <p:cNvPr id="10" name="바닥글 개체 틀 9"/>
          <p:cNvSpPr>
            <a:spLocks noGrp="1"/>
          </p:cNvSpPr>
          <p:nvPr>
            <p:ph type="ftr" sz="quarter" idx="11"/>
          </p:nvPr>
        </p:nvSpPr>
        <p:spPr>
          <a:xfrm>
            <a:off x="2892928" y="6429396"/>
            <a:ext cx="3352800" cy="288925"/>
          </a:xfrm>
        </p:spPr>
        <p:txBody>
          <a:bodyPr/>
          <a:lstStyle>
            <a:lvl1pPr algn="ctr">
              <a:defRPr/>
            </a:lvl1pPr>
          </a:lstStyle>
          <a:p>
            <a:r>
              <a:rPr lang="en-US" altLang="ko-KR" dirty="0"/>
              <a:t>Man Machine Interface Lab.</a:t>
            </a:r>
            <a:endParaRPr lang="ko-KR" altLang="en-US" dirty="0"/>
          </a:p>
        </p:txBody>
      </p:sp>
      <p:sp>
        <p:nvSpPr>
          <p:cNvPr id="31" name="슬라이드 번호 개체 틀 30"/>
          <p:cNvSpPr>
            <a:spLocks noGrp="1"/>
          </p:cNvSpPr>
          <p:nvPr>
            <p:ph type="sldNum" sz="quarter" idx="12"/>
          </p:nvPr>
        </p:nvSpPr>
        <p:spPr/>
        <p:txBody>
          <a:bodyPr/>
          <a:lstStyle/>
          <a:p>
            <a:fld id="{4BEDD84E-25D4-4983-8AA1-2863C96F08D9}" type="slidenum">
              <a:rPr lang="ko-KR" altLang="en-US" smtClean="0"/>
              <a:pPr/>
              <a:t>‹#›</a:t>
            </a:fld>
            <a:endParaRPr lang="ko-KR" altLang="en-US"/>
          </a:p>
        </p:txBody>
      </p:sp>
    </p:spTree>
    <p:extLst>
      <p:ext uri="{BB962C8B-B14F-4D97-AF65-F5344CB8AC3E}">
        <p14:creationId xmlns:p14="http://schemas.microsoft.com/office/powerpoint/2010/main" val="16100988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woTxTwoObj" preserve="1">
  <p:cSld name="비교">
    <p:spTree>
      <p:nvGrpSpPr>
        <p:cNvPr id="1" name=""/>
        <p:cNvGrpSpPr/>
        <p:nvPr/>
      </p:nvGrpSpPr>
      <p:grpSpPr>
        <a:xfrm>
          <a:off x="0" y="0"/>
          <a:ext cx="0" cy="0"/>
          <a:chOff x="0" y="0"/>
          <a:chExt cx="0" cy="0"/>
        </a:xfrm>
      </p:grpSpPr>
      <p:sp>
        <p:nvSpPr>
          <p:cNvPr id="29" name="제목 28"/>
          <p:cNvSpPr>
            <a:spLocks noGrp="1"/>
          </p:cNvSpPr>
          <p:nvPr>
            <p:ph type="title"/>
          </p:nvPr>
        </p:nvSpPr>
        <p:spPr>
          <a:xfrm>
            <a:off x="304800" y="5410200"/>
            <a:ext cx="8610600" cy="882650"/>
          </a:xfrm>
        </p:spPr>
        <p:txBody>
          <a:bodyPr anchor="ctr"/>
          <a:lstStyle>
            <a:lvl1pPr>
              <a:defRPr/>
            </a:lvl1pPr>
          </a:lstStyle>
          <a:p>
            <a:r>
              <a:rPr kumimoji="0" lang="ko-KR" altLang="en-US"/>
              <a:t>마스터 제목 스타일 편집</a:t>
            </a:r>
            <a:endParaRPr kumimoji="0" lang="en-US"/>
          </a:p>
        </p:txBody>
      </p:sp>
      <p:sp>
        <p:nvSpPr>
          <p:cNvPr id="13" name="텍스트 개체 틀 12"/>
          <p:cNvSpPr>
            <a:spLocks noGrp="1"/>
          </p:cNvSpPr>
          <p:nvPr>
            <p:ph type="body" idx="1"/>
          </p:nvPr>
        </p:nvSpPr>
        <p:spPr>
          <a:xfrm>
            <a:off x="281444" y="666750"/>
            <a:ext cx="4290556" cy="639762"/>
          </a:xfrm>
          <a:prstGeom prst="rect">
            <a:avLst/>
          </a:prstGeom>
        </p:spPr>
        <p:txBody>
          <a:bodyPr anchor="ctr"/>
          <a:lstStyle>
            <a:lvl1pPr marL="0" indent="0">
              <a:buNone/>
              <a:defRPr sz="1800" b="0" cap="none"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ko-KR" altLang="en-US" dirty="0"/>
              <a:t>마스터 텍스트 스타일을 편집합니다</a:t>
            </a:r>
          </a:p>
        </p:txBody>
      </p:sp>
      <p:sp>
        <p:nvSpPr>
          <p:cNvPr id="25" name="텍스트 개체 틀 24"/>
          <p:cNvSpPr>
            <a:spLocks noGrp="1"/>
          </p:cNvSpPr>
          <p:nvPr>
            <p:ph type="body" sz="half" idx="3"/>
          </p:nvPr>
        </p:nvSpPr>
        <p:spPr>
          <a:xfrm>
            <a:off x="4645025" y="666750"/>
            <a:ext cx="4292241" cy="639762"/>
          </a:xfrm>
          <a:prstGeom prst="rect">
            <a:avLst/>
          </a:prstGeom>
        </p:spPr>
        <p:txBody>
          <a:bodyPr anchor="ctr"/>
          <a:lstStyle>
            <a:lvl1pPr marL="0" indent="0">
              <a:buNone/>
              <a:defRPr sz="1800" b="0" cap="none"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ko-KR" altLang="en-US" dirty="0"/>
              <a:t>마스터 텍스트 스타일을 편집합니다</a:t>
            </a:r>
          </a:p>
        </p:txBody>
      </p:sp>
      <p:sp>
        <p:nvSpPr>
          <p:cNvPr id="4" name="내용 개체 틀 3"/>
          <p:cNvSpPr>
            <a:spLocks noGrp="1"/>
          </p:cNvSpPr>
          <p:nvPr>
            <p:ph sz="quarter" idx="2" hasCustomPrompt="1"/>
          </p:nvPr>
        </p:nvSpPr>
        <p:spPr>
          <a:xfrm>
            <a:off x="281444" y="1316037"/>
            <a:ext cx="4290556" cy="3941763"/>
          </a:xfrm>
          <a:prstGeom prst="rect">
            <a:avLst/>
          </a:prstGeom>
        </p:spPr>
        <p:txBody>
          <a:bodyPr>
            <a:normAutofit/>
          </a:bodyPr>
          <a:lstStyle>
            <a:lvl1pPr>
              <a:defRPr sz="2000"/>
            </a:lvl1pPr>
            <a:lvl2pPr>
              <a:defRPr sz="1800"/>
            </a:lvl2pPr>
            <a:lvl3pPr>
              <a:defRPr sz="1600"/>
            </a:lvl3pPr>
            <a:lvl4pPr>
              <a:defRPr sz="1400"/>
            </a:lvl4pPr>
            <a:lvl5pPr>
              <a:defRPr sz="1400"/>
            </a:lvl5pPr>
          </a:lstStyle>
          <a:p>
            <a:pPr lvl="0" eaLnBrk="1" latinLnBrk="0" hangingPunct="1"/>
            <a:r>
              <a:rPr lang="ko-KR" altLang="en-US" dirty="0"/>
              <a:t>마스터 텍스트 스타일을 편집합니다</a:t>
            </a:r>
          </a:p>
          <a:p>
            <a:pPr lvl="1" eaLnBrk="1" latinLnBrk="0" hangingPunct="1"/>
            <a:r>
              <a:rPr lang="ko-KR" altLang="en-US" dirty="0"/>
              <a:t>둘째 수준</a:t>
            </a:r>
          </a:p>
          <a:p>
            <a:pPr lvl="2" eaLnBrk="1" latinLnBrk="0" hangingPunct="1"/>
            <a:r>
              <a:rPr lang="ko-KR" altLang="en-US" dirty="0"/>
              <a:t>셋째 수준</a:t>
            </a:r>
          </a:p>
          <a:p>
            <a:pPr lvl="3" eaLnBrk="1" latinLnBrk="0" hangingPunct="1"/>
            <a:r>
              <a:rPr lang="ko-KR" altLang="en-US" dirty="0"/>
              <a:t>넷째 수준</a:t>
            </a:r>
          </a:p>
          <a:p>
            <a:pPr lvl="4" eaLnBrk="1" latinLnBrk="0" hangingPunct="1"/>
            <a:r>
              <a:rPr lang="ko-KR" altLang="en-US" dirty="0"/>
              <a:t>다섯째 수준</a:t>
            </a:r>
            <a:endParaRPr kumimoji="0" lang="en-US" dirty="0"/>
          </a:p>
        </p:txBody>
      </p:sp>
      <p:sp>
        <p:nvSpPr>
          <p:cNvPr id="28" name="내용 개체 틀 27"/>
          <p:cNvSpPr>
            <a:spLocks noGrp="1"/>
          </p:cNvSpPr>
          <p:nvPr>
            <p:ph sz="quarter" idx="4"/>
          </p:nvPr>
        </p:nvSpPr>
        <p:spPr>
          <a:xfrm>
            <a:off x="4648730" y="1316037"/>
            <a:ext cx="4288536" cy="3941763"/>
          </a:xfrm>
          <a:prstGeom prst="rect">
            <a:avLst/>
          </a:prstGeom>
        </p:spPr>
        <p:txBody>
          <a:bodyPr>
            <a:normAutofit/>
          </a:bodyPr>
          <a:lstStyle>
            <a:lvl1pPr>
              <a:defRPr sz="2000"/>
            </a:lvl1pPr>
            <a:lvl2pPr>
              <a:defRPr sz="1800"/>
            </a:lvl2pPr>
            <a:lvl3pPr>
              <a:defRPr sz="1600"/>
            </a:lvl3pPr>
            <a:lvl4pPr>
              <a:defRPr sz="1400"/>
            </a:lvl4pPr>
            <a:lvl5pPr>
              <a:defRPr sz="1400"/>
            </a:lvl5pPr>
          </a:lstStyle>
          <a:p>
            <a:pPr lvl="0" eaLnBrk="1" latinLnBrk="0" hangingPunct="1"/>
            <a:r>
              <a:rPr lang="ko-KR" altLang="en-US"/>
              <a:t>마스터 텍스트 스타일을 편집합니다</a:t>
            </a:r>
          </a:p>
          <a:p>
            <a:pPr lvl="1" eaLnBrk="1" latinLnBrk="0" hangingPunct="1"/>
            <a:r>
              <a:rPr lang="ko-KR" altLang="en-US"/>
              <a:t>둘째 수준</a:t>
            </a:r>
          </a:p>
          <a:p>
            <a:pPr lvl="2" eaLnBrk="1" latinLnBrk="0" hangingPunct="1"/>
            <a:r>
              <a:rPr lang="ko-KR" altLang="en-US"/>
              <a:t>셋째 수준</a:t>
            </a:r>
          </a:p>
          <a:p>
            <a:pPr lvl="3" eaLnBrk="1" latinLnBrk="0" hangingPunct="1"/>
            <a:r>
              <a:rPr lang="ko-KR" altLang="en-US"/>
              <a:t>넷째 수준</a:t>
            </a:r>
          </a:p>
          <a:p>
            <a:pPr lvl="4" eaLnBrk="1" latinLnBrk="0" hangingPunct="1"/>
            <a:r>
              <a:rPr lang="ko-KR" altLang="en-US"/>
              <a:t>다섯째 수준</a:t>
            </a:r>
            <a:endParaRPr kumimoji="0" lang="en-US"/>
          </a:p>
        </p:txBody>
      </p:sp>
      <p:sp>
        <p:nvSpPr>
          <p:cNvPr id="10" name="날짜 개체 틀 9"/>
          <p:cNvSpPr>
            <a:spLocks noGrp="1"/>
          </p:cNvSpPr>
          <p:nvPr>
            <p:ph type="dt" sz="half" idx="10"/>
          </p:nvPr>
        </p:nvSpPr>
        <p:spPr>
          <a:xfrm>
            <a:off x="152400" y="6477000"/>
            <a:ext cx="2514600" cy="288925"/>
          </a:xfrm>
          <a:prstGeom prst="rect">
            <a:avLst/>
          </a:prstGeom>
        </p:spPr>
        <p:txBody>
          <a:bodyPr/>
          <a:lstStyle/>
          <a:p>
            <a:fld id="{F9CC6113-385A-4FC1-8624-7B94AE7733FC}" type="datetime1">
              <a:rPr lang="ko-KR" altLang="en-US" smtClean="0"/>
              <a:pPr/>
              <a:t>2026. 4. 29.</a:t>
            </a:fld>
            <a:endParaRPr lang="ko-KR" altLang="en-US"/>
          </a:p>
        </p:txBody>
      </p:sp>
      <p:sp>
        <p:nvSpPr>
          <p:cNvPr id="6" name="바닥글 개체 틀 5"/>
          <p:cNvSpPr>
            <a:spLocks noGrp="1"/>
          </p:cNvSpPr>
          <p:nvPr>
            <p:ph type="ftr" sz="quarter" idx="11"/>
          </p:nvPr>
        </p:nvSpPr>
        <p:spPr/>
        <p:txBody>
          <a:bodyPr/>
          <a:lstStyle/>
          <a:p>
            <a:r>
              <a:rPr lang="en-US" altLang="ko-KR"/>
              <a:t>Man Machine Interface Lab.</a:t>
            </a:r>
            <a:endParaRPr lang="ko-KR" altLang="en-US"/>
          </a:p>
        </p:txBody>
      </p:sp>
      <p:sp>
        <p:nvSpPr>
          <p:cNvPr id="7" name="슬라이드 번호 개체 틀 6"/>
          <p:cNvSpPr>
            <a:spLocks noGrp="1"/>
          </p:cNvSpPr>
          <p:nvPr>
            <p:ph type="sldNum" sz="quarter" idx="12"/>
          </p:nvPr>
        </p:nvSpPr>
        <p:spPr>
          <a:xfrm>
            <a:off x="8229600" y="6477000"/>
            <a:ext cx="762000" cy="246888"/>
          </a:xfrm>
        </p:spPr>
        <p:txBody>
          <a:bodyPr/>
          <a:lstStyle/>
          <a:p>
            <a:fld id="{4BEDD84E-25D4-4983-8AA1-2863C96F08D9}" type="slidenum">
              <a:rPr lang="ko-KR" altLang="en-US" smtClean="0"/>
              <a:pPr/>
              <a:t>‹#›</a:t>
            </a:fld>
            <a:endParaRPr lang="ko-KR" altLang="en-US"/>
          </a:p>
        </p:txBody>
      </p:sp>
      <p:sp>
        <p:nvSpPr>
          <p:cNvPr id="11" name="직선 연결선 10"/>
          <p:cNvSpPr>
            <a:spLocks noChangeShapeType="1"/>
          </p:cNvSpPr>
          <p:nvPr/>
        </p:nvSpPr>
        <p:spPr bwMode="auto">
          <a:xfrm>
            <a:off x="514350" y="6019800"/>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Tree>
    <p:extLst>
      <p:ext uri="{BB962C8B-B14F-4D97-AF65-F5344CB8AC3E}">
        <p14:creationId xmlns:p14="http://schemas.microsoft.com/office/powerpoint/2010/main" val="228601896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itleOnly" preserve="1">
  <p:cSld name="제목만">
    <p:spTree>
      <p:nvGrpSpPr>
        <p:cNvPr id="1" name=""/>
        <p:cNvGrpSpPr/>
        <p:nvPr/>
      </p:nvGrpSpPr>
      <p:grpSpPr>
        <a:xfrm>
          <a:off x="0" y="0"/>
          <a:ext cx="0" cy="0"/>
          <a:chOff x="0" y="0"/>
          <a:chExt cx="0" cy="0"/>
        </a:xfrm>
      </p:grpSpPr>
      <p:sp>
        <p:nvSpPr>
          <p:cNvPr id="30" name="제목 29"/>
          <p:cNvSpPr>
            <a:spLocks noGrp="1"/>
          </p:cNvSpPr>
          <p:nvPr>
            <p:ph type="title"/>
          </p:nvPr>
        </p:nvSpPr>
        <p:spPr>
          <a:xfrm>
            <a:off x="301752" y="457200"/>
            <a:ext cx="8686800" cy="841248"/>
          </a:xfrm>
        </p:spPr>
        <p:txBody>
          <a:bodyPr/>
          <a:lstStyle>
            <a:lvl1pPr>
              <a:defRPr/>
            </a:lvl1pPr>
          </a:lstStyle>
          <a:p>
            <a:r>
              <a:rPr kumimoji="0" lang="ko-KR" altLang="en-US" dirty="0"/>
              <a:t>마스터 제목 스타일 편집</a:t>
            </a:r>
            <a:endParaRPr kumimoji="0" lang="en-US" dirty="0"/>
          </a:p>
        </p:txBody>
      </p:sp>
      <p:sp>
        <p:nvSpPr>
          <p:cNvPr id="12" name="날짜 개체 틀 11"/>
          <p:cNvSpPr>
            <a:spLocks noGrp="1"/>
          </p:cNvSpPr>
          <p:nvPr>
            <p:ph type="dt" sz="half" idx="10"/>
          </p:nvPr>
        </p:nvSpPr>
        <p:spPr>
          <a:xfrm>
            <a:off x="152400" y="6477000"/>
            <a:ext cx="2514600" cy="288925"/>
          </a:xfrm>
          <a:prstGeom prst="rect">
            <a:avLst/>
          </a:prstGeom>
        </p:spPr>
        <p:txBody>
          <a:bodyPr/>
          <a:lstStyle/>
          <a:p>
            <a:fld id="{9868F9BB-EE47-4C71-A1A4-44765D8B7761}" type="datetime1">
              <a:rPr lang="ko-KR" altLang="en-US" smtClean="0"/>
              <a:pPr/>
              <a:t>2026. 4. 29.</a:t>
            </a:fld>
            <a:endParaRPr lang="ko-KR" altLang="en-US"/>
          </a:p>
        </p:txBody>
      </p:sp>
      <p:sp>
        <p:nvSpPr>
          <p:cNvPr id="21" name="바닥글 개체 틀 20"/>
          <p:cNvSpPr>
            <a:spLocks noGrp="1"/>
          </p:cNvSpPr>
          <p:nvPr>
            <p:ph type="ftr" sz="quarter" idx="11"/>
          </p:nvPr>
        </p:nvSpPr>
        <p:spPr/>
        <p:txBody>
          <a:bodyPr/>
          <a:lstStyle/>
          <a:p>
            <a:r>
              <a:rPr lang="en-US" altLang="ko-KR"/>
              <a:t>Man Machine Interface Lab.</a:t>
            </a:r>
            <a:endParaRPr lang="ko-KR" altLang="en-US"/>
          </a:p>
        </p:txBody>
      </p:sp>
      <p:sp>
        <p:nvSpPr>
          <p:cNvPr id="6" name="슬라이드 번호 개체 틀 5"/>
          <p:cNvSpPr>
            <a:spLocks noGrp="1"/>
          </p:cNvSpPr>
          <p:nvPr>
            <p:ph type="sldNum" sz="quarter" idx="12"/>
          </p:nvPr>
        </p:nvSpPr>
        <p:spPr/>
        <p:txBody>
          <a:bodyPr/>
          <a:lstStyle/>
          <a:p>
            <a:fld id="{4BEDD84E-25D4-4983-8AA1-2863C96F08D9}" type="slidenum">
              <a:rPr lang="ko-KR" altLang="en-US" smtClean="0"/>
              <a:pPr/>
              <a:t>‹#›</a:t>
            </a:fld>
            <a:endParaRPr lang="ko-KR" altLang="en-US"/>
          </a:p>
        </p:txBody>
      </p:sp>
    </p:spTree>
    <p:extLst>
      <p:ext uri="{BB962C8B-B14F-4D97-AF65-F5344CB8AC3E}">
        <p14:creationId xmlns:p14="http://schemas.microsoft.com/office/powerpoint/2010/main" val="185704866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blank" preserve="1">
  <p:cSld name="빈 화면">
    <p:spTree>
      <p:nvGrpSpPr>
        <p:cNvPr id="1" name=""/>
        <p:cNvGrpSpPr/>
        <p:nvPr/>
      </p:nvGrpSpPr>
      <p:grpSpPr>
        <a:xfrm>
          <a:off x="0" y="0"/>
          <a:ext cx="0" cy="0"/>
          <a:chOff x="0" y="0"/>
          <a:chExt cx="0" cy="0"/>
        </a:xfrm>
      </p:grpSpPr>
      <p:sp>
        <p:nvSpPr>
          <p:cNvPr id="3" name="날짜 개체 틀 2"/>
          <p:cNvSpPr>
            <a:spLocks noGrp="1"/>
          </p:cNvSpPr>
          <p:nvPr>
            <p:ph type="dt" sz="half" idx="10"/>
          </p:nvPr>
        </p:nvSpPr>
        <p:spPr>
          <a:xfrm>
            <a:off x="152400" y="6477000"/>
            <a:ext cx="2514600" cy="288925"/>
          </a:xfrm>
          <a:prstGeom prst="rect">
            <a:avLst/>
          </a:prstGeom>
        </p:spPr>
        <p:txBody>
          <a:bodyPr/>
          <a:lstStyle/>
          <a:p>
            <a:fld id="{25D1ED48-1338-488C-95A0-C2F99E0A35E6}" type="datetime1">
              <a:rPr lang="ko-KR" altLang="en-US" smtClean="0"/>
              <a:pPr/>
              <a:t>2026. 4. 29.</a:t>
            </a:fld>
            <a:endParaRPr lang="ko-KR" altLang="en-US"/>
          </a:p>
        </p:txBody>
      </p:sp>
      <p:sp>
        <p:nvSpPr>
          <p:cNvPr id="24" name="바닥글 개체 틀 23"/>
          <p:cNvSpPr>
            <a:spLocks noGrp="1"/>
          </p:cNvSpPr>
          <p:nvPr>
            <p:ph type="ftr" sz="quarter" idx="11"/>
          </p:nvPr>
        </p:nvSpPr>
        <p:spPr/>
        <p:txBody>
          <a:bodyPr/>
          <a:lstStyle/>
          <a:p>
            <a:r>
              <a:rPr lang="en-US" altLang="ko-KR"/>
              <a:t>Man Machine Interface Lab.</a:t>
            </a:r>
            <a:endParaRPr lang="ko-KR" altLang="en-US"/>
          </a:p>
        </p:txBody>
      </p:sp>
      <p:sp>
        <p:nvSpPr>
          <p:cNvPr id="7" name="슬라이드 번호 개체 틀 6"/>
          <p:cNvSpPr>
            <a:spLocks noGrp="1"/>
          </p:cNvSpPr>
          <p:nvPr>
            <p:ph type="sldNum" sz="quarter" idx="12"/>
          </p:nvPr>
        </p:nvSpPr>
        <p:spPr/>
        <p:txBody>
          <a:bodyPr/>
          <a:lstStyle/>
          <a:p>
            <a:fld id="{4BEDD84E-25D4-4983-8AA1-2863C96F08D9}" type="slidenum">
              <a:rPr lang="ko-KR" altLang="en-US" smtClean="0"/>
              <a:pPr/>
              <a:t>‹#›</a:t>
            </a:fld>
            <a:endParaRPr lang="ko-KR" altLang="en-US"/>
          </a:p>
        </p:txBody>
      </p:sp>
    </p:spTree>
    <p:extLst>
      <p:ext uri="{BB962C8B-B14F-4D97-AF65-F5344CB8AC3E}">
        <p14:creationId xmlns:p14="http://schemas.microsoft.com/office/powerpoint/2010/main" val="412432923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Tx" preserve="1">
  <p:cSld name="캡션 있는 콘텐츠">
    <p:spTree>
      <p:nvGrpSpPr>
        <p:cNvPr id="1" name=""/>
        <p:cNvGrpSpPr/>
        <p:nvPr/>
      </p:nvGrpSpPr>
      <p:grpSpPr>
        <a:xfrm>
          <a:off x="0" y="0"/>
          <a:ext cx="0" cy="0"/>
          <a:chOff x="0" y="0"/>
          <a:chExt cx="0" cy="0"/>
        </a:xfrm>
      </p:grpSpPr>
      <p:sp>
        <p:nvSpPr>
          <p:cNvPr id="8" name="직선 연결선 7"/>
          <p:cNvSpPr>
            <a:spLocks noChangeShapeType="1"/>
          </p:cNvSpPr>
          <p:nvPr/>
        </p:nvSpPr>
        <p:spPr bwMode="auto">
          <a:xfrm>
            <a:off x="514350" y="5849117"/>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제목 11"/>
          <p:cNvSpPr>
            <a:spLocks noGrp="1"/>
          </p:cNvSpPr>
          <p:nvPr>
            <p:ph type="title"/>
          </p:nvPr>
        </p:nvSpPr>
        <p:spPr>
          <a:xfrm>
            <a:off x="457200" y="5486400"/>
            <a:ext cx="8458200" cy="520700"/>
          </a:xfrm>
        </p:spPr>
        <p:txBody>
          <a:bodyPr anchor="ctr"/>
          <a:lstStyle>
            <a:lvl1pPr algn="l">
              <a:buNone/>
              <a:defRPr sz="2000" b="1"/>
            </a:lvl1pPr>
          </a:lstStyle>
          <a:p>
            <a:r>
              <a:rPr kumimoji="0" lang="ko-KR" altLang="en-US"/>
              <a:t>마스터 제목 스타일 편집</a:t>
            </a:r>
            <a:endParaRPr kumimoji="0" lang="en-US"/>
          </a:p>
        </p:txBody>
      </p:sp>
      <p:sp>
        <p:nvSpPr>
          <p:cNvPr id="26" name="텍스트 개체 틀 25"/>
          <p:cNvSpPr>
            <a:spLocks noGrp="1"/>
          </p:cNvSpPr>
          <p:nvPr>
            <p:ph type="body" idx="2"/>
          </p:nvPr>
        </p:nvSpPr>
        <p:spPr>
          <a:xfrm>
            <a:off x="457200" y="609600"/>
            <a:ext cx="3008313" cy="4800600"/>
          </a:xfrm>
          <a:prstGeom prst="rect">
            <a:avLst/>
          </a:prstGeo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ko-KR" altLang="en-US"/>
              <a:t>마스터 텍스트 스타일을 편집합니다</a:t>
            </a:r>
          </a:p>
        </p:txBody>
      </p:sp>
      <p:sp>
        <p:nvSpPr>
          <p:cNvPr id="14" name="내용 개체 틀 13"/>
          <p:cNvSpPr>
            <a:spLocks noGrp="1"/>
          </p:cNvSpPr>
          <p:nvPr>
            <p:ph sz="half" idx="1"/>
          </p:nvPr>
        </p:nvSpPr>
        <p:spPr>
          <a:xfrm>
            <a:off x="3575050" y="609600"/>
            <a:ext cx="5340350" cy="4800600"/>
          </a:xfrm>
          <a:prstGeom prst="rect">
            <a:avLst/>
          </a:prstGeom>
        </p:spPr>
        <p:txBody>
          <a:bodyPr/>
          <a:lstStyle>
            <a:lvl1pPr>
              <a:defRPr sz="3200"/>
            </a:lvl1pPr>
            <a:lvl2pPr>
              <a:defRPr sz="2800"/>
            </a:lvl2pPr>
            <a:lvl3pPr>
              <a:defRPr sz="2400"/>
            </a:lvl3pPr>
            <a:lvl4pPr>
              <a:defRPr sz="2000"/>
            </a:lvl4pPr>
            <a:lvl5pPr>
              <a:defRPr sz="2000"/>
            </a:lvl5pPr>
          </a:lstStyle>
          <a:p>
            <a:pPr lvl="0" eaLnBrk="1" latinLnBrk="0" hangingPunct="1"/>
            <a:r>
              <a:rPr lang="ko-KR" altLang="en-US"/>
              <a:t>마스터 텍스트 스타일을 편집합니다</a:t>
            </a:r>
          </a:p>
          <a:p>
            <a:pPr lvl="1" eaLnBrk="1" latinLnBrk="0" hangingPunct="1"/>
            <a:r>
              <a:rPr lang="ko-KR" altLang="en-US"/>
              <a:t>둘째 수준</a:t>
            </a:r>
          </a:p>
          <a:p>
            <a:pPr lvl="2" eaLnBrk="1" latinLnBrk="0" hangingPunct="1"/>
            <a:r>
              <a:rPr lang="ko-KR" altLang="en-US"/>
              <a:t>셋째 수준</a:t>
            </a:r>
          </a:p>
          <a:p>
            <a:pPr lvl="3" eaLnBrk="1" latinLnBrk="0" hangingPunct="1"/>
            <a:r>
              <a:rPr lang="ko-KR" altLang="en-US"/>
              <a:t>넷째 수준</a:t>
            </a:r>
          </a:p>
          <a:p>
            <a:pPr lvl="4" eaLnBrk="1" latinLnBrk="0" hangingPunct="1"/>
            <a:r>
              <a:rPr lang="ko-KR" altLang="en-US"/>
              <a:t>다섯째 수준</a:t>
            </a:r>
            <a:endParaRPr kumimoji="0" lang="en-US"/>
          </a:p>
        </p:txBody>
      </p:sp>
      <p:sp>
        <p:nvSpPr>
          <p:cNvPr id="25" name="날짜 개체 틀 24"/>
          <p:cNvSpPr>
            <a:spLocks noGrp="1"/>
          </p:cNvSpPr>
          <p:nvPr>
            <p:ph type="dt" sz="half" idx="10"/>
          </p:nvPr>
        </p:nvSpPr>
        <p:spPr>
          <a:xfrm>
            <a:off x="152400" y="6477000"/>
            <a:ext cx="2514600" cy="288925"/>
          </a:xfrm>
          <a:prstGeom prst="rect">
            <a:avLst/>
          </a:prstGeom>
        </p:spPr>
        <p:txBody>
          <a:bodyPr/>
          <a:lstStyle/>
          <a:p>
            <a:fld id="{EC8D91F6-311B-42B3-9D17-07F82E3FCFE8}" type="datetime1">
              <a:rPr lang="ko-KR" altLang="en-US" smtClean="0"/>
              <a:pPr/>
              <a:t>2026. 4. 29.</a:t>
            </a:fld>
            <a:endParaRPr lang="ko-KR" altLang="en-US"/>
          </a:p>
        </p:txBody>
      </p:sp>
      <p:sp>
        <p:nvSpPr>
          <p:cNvPr id="29" name="바닥글 개체 틀 28"/>
          <p:cNvSpPr>
            <a:spLocks noGrp="1"/>
          </p:cNvSpPr>
          <p:nvPr>
            <p:ph type="ftr" sz="quarter" idx="11"/>
          </p:nvPr>
        </p:nvSpPr>
        <p:spPr/>
        <p:txBody>
          <a:bodyPr/>
          <a:lstStyle/>
          <a:p>
            <a:r>
              <a:rPr lang="en-US" altLang="ko-KR"/>
              <a:t>Man Machine Interface Lab.</a:t>
            </a:r>
            <a:endParaRPr lang="ko-KR" altLang="en-US"/>
          </a:p>
        </p:txBody>
      </p:sp>
      <p:sp>
        <p:nvSpPr>
          <p:cNvPr id="7" name="슬라이드 번호 개체 틀 6"/>
          <p:cNvSpPr>
            <a:spLocks noGrp="1"/>
          </p:cNvSpPr>
          <p:nvPr>
            <p:ph type="sldNum" sz="quarter" idx="12"/>
          </p:nvPr>
        </p:nvSpPr>
        <p:spPr/>
        <p:txBody>
          <a:bodyPr/>
          <a:lstStyle/>
          <a:p>
            <a:fld id="{4BEDD84E-25D4-4983-8AA1-2863C96F08D9}" type="slidenum">
              <a:rPr lang="ko-KR" altLang="en-US" smtClean="0"/>
              <a:pPr/>
              <a:t>‹#›</a:t>
            </a:fld>
            <a:endParaRPr lang="ko-KR" altLang="en-US"/>
          </a:p>
        </p:txBody>
      </p:sp>
    </p:spTree>
    <p:extLst>
      <p:ext uri="{BB962C8B-B14F-4D97-AF65-F5344CB8AC3E}">
        <p14:creationId xmlns:p14="http://schemas.microsoft.com/office/powerpoint/2010/main" val="297783577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캡션 있는 그림">
    <p:spTree>
      <p:nvGrpSpPr>
        <p:cNvPr id="1" name=""/>
        <p:cNvGrpSpPr/>
        <p:nvPr/>
      </p:nvGrpSpPr>
      <p:grpSpPr>
        <a:xfrm>
          <a:off x="0" y="0"/>
          <a:ext cx="0" cy="0"/>
          <a:chOff x="0" y="0"/>
          <a:chExt cx="0" cy="0"/>
        </a:xfrm>
      </p:grpSpPr>
      <p:sp>
        <p:nvSpPr>
          <p:cNvPr id="13" name="그림 개체 틀 12"/>
          <p:cNvSpPr>
            <a:spLocks noGrp="1"/>
          </p:cNvSpPr>
          <p:nvPr>
            <p:ph type="pic" idx="1"/>
          </p:nvPr>
        </p:nvSpPr>
        <p:spPr>
          <a:xfrm>
            <a:off x="3505200" y="616634"/>
            <a:ext cx="5029200" cy="3657600"/>
          </a:xfrm>
          <a:prstGeom prst="rect">
            <a:avLst/>
          </a:prstGeom>
          <a:solidFill>
            <a:schemeClr val="bg1"/>
          </a:solidFill>
          <a:ln w="6350">
            <a:solidFill>
              <a:schemeClr val="accent1"/>
            </a:solidFill>
          </a:ln>
          <a:effectLst>
            <a:reflection blurRad="1000" stA="49000" endA="500" endPos="10000" dist="900" dir="5400000" sy="-90000" algn="bl" rotWithShape="0"/>
          </a:effectLst>
        </p:spPr>
        <p:txBody>
          <a:bodyPr/>
          <a:lstStyle>
            <a:lvl1pPr marL="0" indent="0">
              <a:buNone/>
              <a:defRPr sz="3200"/>
            </a:lvl1pPr>
          </a:lstStyle>
          <a:p>
            <a:r>
              <a:rPr kumimoji="0" lang="ko-KR" altLang="en-US"/>
              <a:t>그림을 추가하려면 아이콘을 클릭하십시오</a:t>
            </a:r>
            <a:endParaRPr kumimoji="0" lang="en-US" dirty="0"/>
          </a:p>
        </p:txBody>
      </p:sp>
      <p:sp>
        <p:nvSpPr>
          <p:cNvPr id="7" name="날짜 개체 틀 6"/>
          <p:cNvSpPr>
            <a:spLocks noGrp="1"/>
          </p:cNvSpPr>
          <p:nvPr>
            <p:ph type="dt" sz="half" idx="10"/>
          </p:nvPr>
        </p:nvSpPr>
        <p:spPr>
          <a:xfrm>
            <a:off x="152400" y="6477000"/>
            <a:ext cx="2514600" cy="288925"/>
          </a:xfrm>
          <a:prstGeom prst="rect">
            <a:avLst/>
          </a:prstGeom>
        </p:spPr>
        <p:txBody>
          <a:bodyPr/>
          <a:lstStyle/>
          <a:p>
            <a:fld id="{05DA2291-7A67-422D-8130-489CD18D376A}" type="datetime1">
              <a:rPr lang="ko-KR" altLang="en-US" smtClean="0"/>
              <a:pPr/>
              <a:t>2026. 4. 29.</a:t>
            </a:fld>
            <a:endParaRPr lang="ko-KR" altLang="en-US"/>
          </a:p>
        </p:txBody>
      </p:sp>
      <p:sp>
        <p:nvSpPr>
          <p:cNvPr id="5" name="바닥글 개체 틀 4"/>
          <p:cNvSpPr>
            <a:spLocks noGrp="1"/>
          </p:cNvSpPr>
          <p:nvPr>
            <p:ph type="ftr" sz="quarter" idx="11"/>
          </p:nvPr>
        </p:nvSpPr>
        <p:spPr/>
        <p:txBody>
          <a:bodyPr/>
          <a:lstStyle/>
          <a:p>
            <a:r>
              <a:rPr lang="en-US" altLang="ko-KR"/>
              <a:t>Man Machine Interface Lab.</a:t>
            </a:r>
            <a:endParaRPr lang="ko-KR" altLang="en-US"/>
          </a:p>
        </p:txBody>
      </p:sp>
      <p:sp>
        <p:nvSpPr>
          <p:cNvPr id="31" name="슬라이드 번호 개체 틀 30"/>
          <p:cNvSpPr>
            <a:spLocks noGrp="1"/>
          </p:cNvSpPr>
          <p:nvPr>
            <p:ph type="sldNum" sz="quarter" idx="12"/>
          </p:nvPr>
        </p:nvSpPr>
        <p:spPr/>
        <p:txBody>
          <a:bodyPr/>
          <a:lstStyle/>
          <a:p>
            <a:fld id="{4BEDD84E-25D4-4983-8AA1-2863C96F08D9}" type="slidenum">
              <a:rPr lang="ko-KR" altLang="en-US" smtClean="0"/>
              <a:pPr/>
              <a:t>‹#›</a:t>
            </a:fld>
            <a:endParaRPr lang="ko-KR" altLang="en-US"/>
          </a:p>
        </p:txBody>
      </p:sp>
      <p:sp>
        <p:nvSpPr>
          <p:cNvPr id="17" name="제목 16"/>
          <p:cNvSpPr>
            <a:spLocks noGrp="1"/>
          </p:cNvSpPr>
          <p:nvPr>
            <p:ph type="title"/>
          </p:nvPr>
        </p:nvSpPr>
        <p:spPr>
          <a:xfrm>
            <a:off x="381000" y="4993760"/>
            <a:ext cx="5867400" cy="522288"/>
          </a:xfrm>
        </p:spPr>
        <p:txBody>
          <a:bodyPr anchor="ctr"/>
          <a:lstStyle>
            <a:lvl1pPr algn="l">
              <a:buNone/>
              <a:defRPr sz="2000" b="1"/>
            </a:lvl1pPr>
          </a:lstStyle>
          <a:p>
            <a:r>
              <a:rPr kumimoji="0" lang="ko-KR" altLang="en-US"/>
              <a:t>마스터 제목 스타일 편집</a:t>
            </a:r>
            <a:endParaRPr kumimoji="0" lang="en-US"/>
          </a:p>
        </p:txBody>
      </p:sp>
      <p:sp>
        <p:nvSpPr>
          <p:cNvPr id="26" name="텍스트 개체 틀 25"/>
          <p:cNvSpPr>
            <a:spLocks noGrp="1"/>
          </p:cNvSpPr>
          <p:nvPr>
            <p:ph type="body" sz="half" idx="2"/>
          </p:nvPr>
        </p:nvSpPr>
        <p:spPr>
          <a:xfrm>
            <a:off x="381000" y="5533218"/>
            <a:ext cx="5867400" cy="768350"/>
          </a:xfrm>
          <a:prstGeom prst="rect">
            <a:avLst/>
          </a:prstGeom>
        </p:spPr>
        <p:txBody>
          <a:bodyPr lIns="109728" tIns="0"/>
          <a:lstStyle>
            <a:lvl1pPr marL="0" indent="0">
              <a:buNone/>
              <a:defRPr sz="1400"/>
            </a:lvl1pPr>
            <a:lvl2pPr>
              <a:defRPr sz="1200"/>
            </a:lvl2pPr>
            <a:lvl3pPr>
              <a:defRPr sz="1000"/>
            </a:lvl3pPr>
            <a:lvl4pPr>
              <a:defRPr sz="900"/>
            </a:lvl4pPr>
            <a:lvl5pPr>
              <a:defRPr sz="900"/>
            </a:lvl5pPr>
          </a:lstStyle>
          <a:p>
            <a:pPr lvl="0" eaLnBrk="1" latinLnBrk="0" hangingPunct="1"/>
            <a:r>
              <a:rPr kumimoji="0" lang="ko-KR" altLang="en-US"/>
              <a:t>마스터 텍스트 스타일을 편집합니다</a:t>
            </a:r>
          </a:p>
        </p:txBody>
      </p:sp>
    </p:spTree>
    <p:extLst>
      <p:ext uri="{BB962C8B-B14F-4D97-AF65-F5344CB8AC3E}">
        <p14:creationId xmlns:p14="http://schemas.microsoft.com/office/powerpoint/2010/main" val="248964413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kumimoji="0" lang="ko-KR" altLang="en-US"/>
              <a:t>마스터 제목 스타일 편집</a:t>
            </a:r>
            <a:endParaRPr kumimoji="0" lang="en-US"/>
          </a:p>
        </p:txBody>
      </p:sp>
      <p:sp>
        <p:nvSpPr>
          <p:cNvPr id="3" name="세로 텍스트 개체 틀 2"/>
          <p:cNvSpPr>
            <a:spLocks noGrp="1"/>
          </p:cNvSpPr>
          <p:nvPr>
            <p:ph type="body" orient="vert" idx="1"/>
          </p:nvPr>
        </p:nvSpPr>
        <p:spPr>
          <a:xfrm>
            <a:off x="304800" y="1143792"/>
            <a:ext cx="8686800" cy="5257008"/>
          </a:xfrm>
          <a:prstGeom prst="rect">
            <a:avLst/>
          </a:prstGeom>
        </p:spPr>
        <p:txBody>
          <a:bodyPr vert="eaVert"/>
          <a:lstStyle/>
          <a:p>
            <a:pPr lvl="0" eaLnBrk="1" latinLnBrk="0" hangingPunct="1"/>
            <a:r>
              <a:rPr lang="ko-KR" altLang="en-US"/>
              <a:t>마스터 텍스트 스타일을 편집합니다</a:t>
            </a:r>
          </a:p>
          <a:p>
            <a:pPr lvl="1" eaLnBrk="1" latinLnBrk="0" hangingPunct="1"/>
            <a:r>
              <a:rPr lang="ko-KR" altLang="en-US"/>
              <a:t>둘째 수준</a:t>
            </a:r>
          </a:p>
          <a:p>
            <a:pPr lvl="2" eaLnBrk="1" latinLnBrk="0" hangingPunct="1"/>
            <a:r>
              <a:rPr lang="ko-KR" altLang="en-US"/>
              <a:t>셋째 수준</a:t>
            </a:r>
          </a:p>
          <a:p>
            <a:pPr lvl="3" eaLnBrk="1" latinLnBrk="0" hangingPunct="1"/>
            <a:r>
              <a:rPr lang="ko-KR" altLang="en-US"/>
              <a:t>넷째 수준</a:t>
            </a:r>
          </a:p>
          <a:p>
            <a:pPr lvl="4" eaLnBrk="1" latinLnBrk="0" hangingPunct="1"/>
            <a:r>
              <a:rPr lang="ko-KR" altLang="en-US"/>
              <a:t>다섯째 수준</a:t>
            </a:r>
            <a:endParaRPr kumimoji="0" lang="en-US"/>
          </a:p>
        </p:txBody>
      </p:sp>
      <p:sp>
        <p:nvSpPr>
          <p:cNvPr id="4" name="날짜 개체 틀 3"/>
          <p:cNvSpPr>
            <a:spLocks noGrp="1"/>
          </p:cNvSpPr>
          <p:nvPr>
            <p:ph type="dt" sz="half" idx="10"/>
          </p:nvPr>
        </p:nvSpPr>
        <p:spPr>
          <a:xfrm>
            <a:off x="152400" y="6477000"/>
            <a:ext cx="2514600" cy="288925"/>
          </a:xfrm>
          <a:prstGeom prst="rect">
            <a:avLst/>
          </a:prstGeom>
        </p:spPr>
        <p:txBody>
          <a:bodyPr/>
          <a:lstStyle/>
          <a:p>
            <a:fld id="{0E53EA08-071E-45C6-ABEF-44293DE47DF3}" type="datetime1">
              <a:rPr lang="ko-KR" altLang="en-US" smtClean="0"/>
              <a:pPr/>
              <a:t>2026. 4. 29.</a:t>
            </a:fld>
            <a:endParaRPr lang="ko-KR" altLang="en-US"/>
          </a:p>
        </p:txBody>
      </p:sp>
      <p:sp>
        <p:nvSpPr>
          <p:cNvPr id="5" name="바닥글 개체 틀 4"/>
          <p:cNvSpPr>
            <a:spLocks noGrp="1"/>
          </p:cNvSpPr>
          <p:nvPr>
            <p:ph type="ftr" sz="quarter" idx="11"/>
          </p:nvPr>
        </p:nvSpPr>
        <p:spPr/>
        <p:txBody>
          <a:bodyPr/>
          <a:lstStyle/>
          <a:p>
            <a:r>
              <a:rPr lang="en-US" altLang="ko-KR"/>
              <a:t>Man Machine Interface Lab.</a:t>
            </a:r>
            <a:endParaRPr lang="ko-KR" altLang="en-US"/>
          </a:p>
        </p:txBody>
      </p:sp>
      <p:sp>
        <p:nvSpPr>
          <p:cNvPr id="6" name="슬라이드 번호 개체 틀 5"/>
          <p:cNvSpPr>
            <a:spLocks noGrp="1"/>
          </p:cNvSpPr>
          <p:nvPr>
            <p:ph type="sldNum" sz="quarter" idx="12"/>
          </p:nvPr>
        </p:nvSpPr>
        <p:spPr/>
        <p:txBody>
          <a:bodyPr/>
          <a:lstStyle/>
          <a:p>
            <a:fld id="{4BEDD84E-25D4-4983-8AA1-2863C96F08D9}" type="slidenum">
              <a:rPr lang="ko-KR" altLang="en-US" smtClean="0"/>
              <a:pPr/>
              <a:t>‹#›</a:t>
            </a:fld>
            <a:endParaRPr lang="ko-KR" altLang="en-US"/>
          </a:p>
        </p:txBody>
      </p:sp>
    </p:spTree>
    <p:extLst>
      <p:ext uri="{BB962C8B-B14F-4D97-AF65-F5344CB8AC3E}">
        <p14:creationId xmlns:p14="http://schemas.microsoft.com/office/powerpoint/2010/main" val="84723833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858000" y="549276"/>
            <a:ext cx="1828800" cy="5851525"/>
          </a:xfrm>
        </p:spPr>
        <p:txBody>
          <a:bodyPr vert="eaVert"/>
          <a:lstStyle/>
          <a:p>
            <a:r>
              <a:rPr kumimoji="0" lang="ko-KR" altLang="en-US"/>
              <a:t>마스터 제목 스타일 편집</a:t>
            </a:r>
            <a:endParaRPr kumimoji="0" lang="en-US"/>
          </a:p>
        </p:txBody>
      </p:sp>
      <p:sp>
        <p:nvSpPr>
          <p:cNvPr id="3" name="세로 텍스트 개체 틀 2"/>
          <p:cNvSpPr>
            <a:spLocks noGrp="1"/>
          </p:cNvSpPr>
          <p:nvPr>
            <p:ph type="body" orient="vert" idx="1"/>
          </p:nvPr>
        </p:nvSpPr>
        <p:spPr>
          <a:xfrm>
            <a:off x="457200" y="549276"/>
            <a:ext cx="6248400" cy="5851525"/>
          </a:xfrm>
          <a:prstGeom prst="rect">
            <a:avLst/>
          </a:prstGeom>
        </p:spPr>
        <p:txBody>
          <a:bodyPr vert="eaVert"/>
          <a:lstStyle/>
          <a:p>
            <a:pPr lvl="0" eaLnBrk="1" latinLnBrk="0" hangingPunct="1"/>
            <a:r>
              <a:rPr lang="ko-KR" altLang="en-US"/>
              <a:t>마스터 텍스트 스타일을 편집합니다</a:t>
            </a:r>
          </a:p>
          <a:p>
            <a:pPr lvl="1" eaLnBrk="1" latinLnBrk="0" hangingPunct="1"/>
            <a:r>
              <a:rPr lang="ko-KR" altLang="en-US"/>
              <a:t>둘째 수준</a:t>
            </a:r>
          </a:p>
          <a:p>
            <a:pPr lvl="2" eaLnBrk="1" latinLnBrk="0" hangingPunct="1"/>
            <a:r>
              <a:rPr lang="ko-KR" altLang="en-US"/>
              <a:t>셋째 수준</a:t>
            </a:r>
          </a:p>
          <a:p>
            <a:pPr lvl="3" eaLnBrk="1" latinLnBrk="0" hangingPunct="1"/>
            <a:r>
              <a:rPr lang="ko-KR" altLang="en-US"/>
              <a:t>넷째 수준</a:t>
            </a:r>
          </a:p>
          <a:p>
            <a:pPr lvl="4" eaLnBrk="1" latinLnBrk="0" hangingPunct="1"/>
            <a:r>
              <a:rPr lang="ko-KR" altLang="en-US"/>
              <a:t>다섯째 수준</a:t>
            </a:r>
            <a:endParaRPr kumimoji="0" lang="en-US"/>
          </a:p>
        </p:txBody>
      </p:sp>
      <p:sp>
        <p:nvSpPr>
          <p:cNvPr id="4" name="날짜 개체 틀 3"/>
          <p:cNvSpPr>
            <a:spLocks noGrp="1"/>
          </p:cNvSpPr>
          <p:nvPr>
            <p:ph type="dt" sz="half" idx="10"/>
          </p:nvPr>
        </p:nvSpPr>
        <p:spPr>
          <a:xfrm>
            <a:off x="152400" y="6477000"/>
            <a:ext cx="2514600" cy="288925"/>
          </a:xfrm>
          <a:prstGeom prst="rect">
            <a:avLst/>
          </a:prstGeom>
        </p:spPr>
        <p:txBody>
          <a:bodyPr/>
          <a:lstStyle/>
          <a:p>
            <a:fld id="{25C7046A-8A9C-47A5-BF88-E22AA839B34A}" type="datetime1">
              <a:rPr lang="ko-KR" altLang="en-US" smtClean="0"/>
              <a:pPr/>
              <a:t>2026. 4. 29.</a:t>
            </a:fld>
            <a:endParaRPr lang="ko-KR" altLang="en-US"/>
          </a:p>
        </p:txBody>
      </p:sp>
      <p:sp>
        <p:nvSpPr>
          <p:cNvPr id="5" name="바닥글 개체 틀 4"/>
          <p:cNvSpPr>
            <a:spLocks noGrp="1"/>
          </p:cNvSpPr>
          <p:nvPr>
            <p:ph type="ftr" sz="quarter" idx="11"/>
          </p:nvPr>
        </p:nvSpPr>
        <p:spPr/>
        <p:txBody>
          <a:bodyPr/>
          <a:lstStyle/>
          <a:p>
            <a:r>
              <a:rPr lang="en-US" altLang="ko-KR"/>
              <a:t>Man Machine Interface Lab.</a:t>
            </a:r>
            <a:endParaRPr lang="ko-KR" altLang="en-US"/>
          </a:p>
        </p:txBody>
      </p:sp>
      <p:sp>
        <p:nvSpPr>
          <p:cNvPr id="6" name="슬라이드 번호 개체 틀 5"/>
          <p:cNvSpPr>
            <a:spLocks noGrp="1"/>
          </p:cNvSpPr>
          <p:nvPr>
            <p:ph type="sldNum" sz="quarter" idx="12"/>
          </p:nvPr>
        </p:nvSpPr>
        <p:spPr/>
        <p:txBody>
          <a:bodyPr/>
          <a:lstStyle/>
          <a:p>
            <a:fld id="{4BEDD84E-25D4-4983-8AA1-2863C96F08D9}" type="slidenum">
              <a:rPr lang="ko-KR" altLang="en-US" smtClean="0"/>
              <a:pPr/>
              <a:t>‹#›</a:t>
            </a:fld>
            <a:endParaRPr lang="ko-KR" altLang="en-US"/>
          </a:p>
        </p:txBody>
      </p:sp>
    </p:spTree>
    <p:extLst>
      <p:ext uri="{BB962C8B-B14F-4D97-AF65-F5344CB8AC3E}">
        <p14:creationId xmlns:p14="http://schemas.microsoft.com/office/powerpoint/2010/main" val="42946313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직선 연결선 6"/>
          <p:cNvSpPr>
            <a:spLocks noChangeShapeType="1"/>
          </p:cNvSpPr>
          <p:nvPr userDrawn="1"/>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날짜 개체 틀 10"/>
          <p:cNvSpPr>
            <a:spLocks noGrp="1"/>
          </p:cNvSpPr>
          <p:nvPr>
            <p:ph type="dt" sz="half" idx="2"/>
          </p:nvPr>
        </p:nvSpPr>
        <p:spPr>
          <a:xfrm>
            <a:off x="6477000" y="76200"/>
            <a:ext cx="2514600" cy="288925"/>
          </a:xfrm>
          <a:prstGeom prst="rect">
            <a:avLst/>
          </a:prstGeom>
        </p:spPr>
        <p:txBody>
          <a:bodyPr vert="horz"/>
          <a:lstStyle>
            <a:lvl1pPr algn="l" eaLnBrk="1" latinLnBrk="0" hangingPunct="1">
              <a:defRPr kumimoji="0" sz="1200">
                <a:solidFill>
                  <a:schemeClr val="accent1">
                    <a:shade val="75000"/>
                  </a:schemeClr>
                </a:solidFill>
              </a:defRPr>
            </a:lvl1pPr>
          </a:lstStyle>
          <a:p>
            <a:fld id="{FC7B52F4-7DA4-409B-9786-75A45B82F2C4}" type="datetime1">
              <a:rPr lang="ko-KR" altLang="en-US" smtClean="0"/>
              <a:pPr/>
              <a:t>2026. 4. 29.</a:t>
            </a:fld>
            <a:endParaRPr lang="ko-KR" altLang="en-US" dirty="0"/>
          </a:p>
        </p:txBody>
      </p:sp>
      <p:sp>
        <p:nvSpPr>
          <p:cNvPr id="28" name="바닥글 개체 틀 27"/>
          <p:cNvSpPr>
            <a:spLocks noGrp="1"/>
          </p:cNvSpPr>
          <p:nvPr>
            <p:ph type="ftr" sz="quarter" idx="3"/>
          </p:nvPr>
        </p:nvSpPr>
        <p:spPr>
          <a:xfrm>
            <a:off x="3124200" y="76200"/>
            <a:ext cx="3352800" cy="288925"/>
          </a:xfrm>
          <a:prstGeom prst="rect">
            <a:avLst/>
          </a:prstGeom>
        </p:spPr>
        <p:txBody>
          <a:bodyPr vert="horz"/>
          <a:lstStyle>
            <a:lvl1pPr algn="r" eaLnBrk="1" latinLnBrk="0" hangingPunct="1">
              <a:defRPr kumimoji="0" sz="1200">
                <a:solidFill>
                  <a:schemeClr val="accent1">
                    <a:shade val="75000"/>
                  </a:schemeClr>
                </a:solidFill>
              </a:defRPr>
            </a:lvl1pPr>
          </a:lstStyle>
          <a:p>
            <a:r>
              <a:rPr lang="en-US" altLang="ko-KR"/>
              <a:t>Man Machine Interface Lab.</a:t>
            </a:r>
            <a:endParaRPr lang="ko-KR" altLang="en-US"/>
          </a:p>
        </p:txBody>
      </p:sp>
      <p:sp>
        <p:nvSpPr>
          <p:cNvPr id="5" name="슬라이드 번호 개체 틀 4"/>
          <p:cNvSpPr>
            <a:spLocks noGrp="1"/>
          </p:cNvSpPr>
          <p:nvPr>
            <p:ph type="sldNum" sz="quarter" idx="4"/>
          </p:nvPr>
        </p:nvSpPr>
        <p:spPr>
          <a:xfrm>
            <a:off x="8229600" y="6477000"/>
            <a:ext cx="762000" cy="244475"/>
          </a:xfrm>
          <a:prstGeom prst="rect">
            <a:avLst/>
          </a:prstGeom>
        </p:spPr>
        <p:txBody>
          <a:bodyPr vert="horz"/>
          <a:lstStyle>
            <a:lvl1pPr algn="r" eaLnBrk="1" latinLnBrk="0" hangingPunct="1">
              <a:defRPr kumimoji="0" sz="1200">
                <a:solidFill>
                  <a:schemeClr val="accent1">
                    <a:shade val="75000"/>
                  </a:schemeClr>
                </a:solidFill>
              </a:defRPr>
            </a:lvl1pPr>
          </a:lstStyle>
          <a:p>
            <a:fld id="{4BEDD84E-25D4-4983-8AA1-2863C96F08D9}" type="slidenum">
              <a:rPr lang="ko-KR" altLang="en-US" smtClean="0"/>
              <a:pPr/>
              <a:t>‹#›</a:t>
            </a:fld>
            <a:endParaRPr lang="ko-KR" altLang="en-US"/>
          </a:p>
        </p:txBody>
      </p:sp>
      <p:sp>
        <p:nvSpPr>
          <p:cNvPr id="10" name="제목 개체 틀 9"/>
          <p:cNvSpPr>
            <a:spLocks noGrp="1"/>
          </p:cNvSpPr>
          <p:nvPr>
            <p:ph type="title"/>
          </p:nvPr>
        </p:nvSpPr>
        <p:spPr>
          <a:xfrm>
            <a:off x="304800" y="457200"/>
            <a:ext cx="8686800" cy="838200"/>
          </a:xfrm>
          <a:prstGeom prst="rect">
            <a:avLst/>
          </a:prstGeom>
        </p:spPr>
        <p:txBody>
          <a:bodyPr vert="horz" anchor="ctr">
            <a:normAutofit/>
          </a:bodyPr>
          <a:lstStyle/>
          <a:p>
            <a:r>
              <a:rPr kumimoji="0" lang="ko-KR" altLang="en-US" dirty="0"/>
              <a:t>마스터 제목 스타일 편집</a:t>
            </a:r>
            <a:endParaRPr kumimoji="0" lang="en-US" dirty="0"/>
          </a:p>
        </p:txBody>
      </p:sp>
      <p:sp>
        <p:nvSpPr>
          <p:cNvPr id="9" name="직선 연결선 8"/>
          <p:cNvSpPr>
            <a:spLocks noChangeShapeType="1"/>
          </p:cNvSpPr>
          <p:nvPr userDrawn="1"/>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직선 연결선 11"/>
          <p:cNvSpPr>
            <a:spLocks noChangeShapeType="1"/>
          </p:cNvSpPr>
          <p:nvPr userDrawn="1"/>
        </p:nvSpPr>
        <p:spPr bwMode="auto">
          <a:xfrm>
            <a:off x="514350" y="1057986"/>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텍스트 개체 틀 7">
            <a:extLst>
              <a:ext uri="{FF2B5EF4-FFF2-40B4-BE49-F238E27FC236}">
                <a16:creationId xmlns:a16="http://schemas.microsoft.com/office/drawing/2014/main" id="{81122F79-6816-4F38-8DFD-7ED42A05329D}"/>
              </a:ext>
            </a:extLst>
          </p:cNvPr>
          <p:cNvSpPr txBox="1">
            <a:spLocks/>
          </p:cNvSpPr>
          <p:nvPr userDrawn="1"/>
        </p:nvSpPr>
        <p:spPr>
          <a:xfrm>
            <a:off x="304800" y="1206272"/>
            <a:ext cx="8686800" cy="5194527"/>
          </a:xfrm>
          <a:prstGeom prst="rect">
            <a:avLst/>
          </a:prstGeom>
        </p:spPr>
        <p:txBody>
          <a:bodyPr vert="horz">
            <a:normAutofit/>
          </a:bodyPr>
          <a:lstStyle>
            <a:lvl1pPr marL="342900" indent="-342900" algn="l" rtl="0" eaLnBrk="1" latinLnBrk="1" hangingPunct="1">
              <a:spcBef>
                <a:spcPct val="20000"/>
              </a:spcBef>
              <a:buClr>
                <a:schemeClr val="accent1"/>
              </a:buClr>
              <a:buSzPct val="70000"/>
              <a:buFont typeface="Wingdings" panose="05000000000000000000" pitchFamily="2" charset="2"/>
              <a:buChar char="Ø"/>
              <a:defRPr kumimoji="0" sz="2400" kern="1200" baseline="0">
                <a:solidFill>
                  <a:schemeClr val="tx2"/>
                </a:solidFill>
                <a:latin typeface="+mn-lt"/>
                <a:ea typeface="+mn-ea"/>
                <a:cs typeface="+mn-cs"/>
              </a:defRPr>
            </a:lvl1pPr>
            <a:lvl2pPr marL="742950" indent="-285750" algn="l" rtl="0" eaLnBrk="1" latinLnBrk="1" hangingPunct="1">
              <a:spcBef>
                <a:spcPct val="20000"/>
              </a:spcBef>
              <a:buClr>
                <a:schemeClr val="accent1"/>
              </a:buClr>
              <a:buSzPct val="70000"/>
              <a:buFont typeface="Times New Roman" panose="02020603050405020304" pitchFamily="18" charset="0"/>
              <a:buChar char="●"/>
              <a:defRPr kumimoji="0" sz="2000" kern="1200" baseline="0">
                <a:solidFill>
                  <a:schemeClr val="tx2"/>
                </a:solidFill>
                <a:latin typeface="+mn-lt"/>
                <a:ea typeface="+mn-ea"/>
                <a:cs typeface="+mn-cs"/>
              </a:defRPr>
            </a:lvl2pPr>
            <a:lvl3pPr marL="1257300" indent="-342900" algn="l" rtl="0" eaLnBrk="1" latinLnBrk="1" hangingPunct="1">
              <a:spcBef>
                <a:spcPct val="20000"/>
              </a:spcBef>
              <a:buClr>
                <a:schemeClr val="accent1"/>
              </a:buClr>
              <a:buSzPct val="70000"/>
              <a:buFont typeface="Wingdings" panose="05000000000000000000" pitchFamily="2" charset="2"/>
              <a:buChar char="§"/>
              <a:defRPr kumimoji="0" sz="1800" kern="1200" baseline="0">
                <a:solidFill>
                  <a:schemeClr val="tx2"/>
                </a:solidFill>
                <a:latin typeface="+mn-lt"/>
                <a:ea typeface="+mn-ea"/>
                <a:cs typeface="+mn-cs"/>
              </a:defRPr>
            </a:lvl3pPr>
            <a:lvl4pPr marL="1600200" indent="-228600" algn="l" rtl="0" eaLnBrk="1" latinLnBrk="1" hangingPunct="1">
              <a:spcBef>
                <a:spcPct val="20000"/>
              </a:spcBef>
              <a:buClr>
                <a:schemeClr val="accent1"/>
              </a:buClr>
              <a:buSzPct val="70000"/>
              <a:buFont typeface="Arial" panose="020B0604020202020204" pitchFamily="34" charset="0"/>
              <a:buChar char="•"/>
              <a:defRPr kumimoji="0" sz="1600" kern="1200" baseline="0">
                <a:solidFill>
                  <a:schemeClr val="tx2"/>
                </a:solidFill>
                <a:latin typeface="+mn-lt"/>
                <a:ea typeface="+mn-ea"/>
                <a:cs typeface="+mn-cs"/>
              </a:defRPr>
            </a:lvl4pPr>
            <a:lvl5pPr marL="2057400" indent="-228600" algn="l" rtl="0" eaLnBrk="1" latinLnBrk="1"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5pPr>
            <a:lvl6pPr marL="2514600" indent="-228600" algn="l" rtl="0" eaLnBrk="1" latinLnBrk="1"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800" indent="-228600" algn="l" rtl="0" eaLnBrk="1" latinLnBrk="1"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9000" indent="-228600" algn="l" rtl="0" eaLnBrk="1" latinLnBrk="1"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6200" indent="-228600" algn="l" rtl="0" eaLnBrk="1" latinLnBrk="1"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a:lstStyle>
          <a:p>
            <a:pPr latinLnBrk="0"/>
            <a:r>
              <a:rPr lang="ko-KR" altLang="en-US" dirty="0"/>
              <a:t>마스터 텍스트 스타일을 편집합니다</a:t>
            </a:r>
          </a:p>
          <a:p>
            <a:pPr lvl="1" latinLnBrk="0"/>
            <a:r>
              <a:rPr lang="ko-KR" altLang="en-US" dirty="0"/>
              <a:t>둘째 수준</a:t>
            </a:r>
          </a:p>
          <a:p>
            <a:pPr lvl="2" latinLnBrk="0"/>
            <a:r>
              <a:rPr lang="ko-KR" altLang="en-US" dirty="0"/>
              <a:t>셋째 수준</a:t>
            </a:r>
          </a:p>
          <a:p>
            <a:pPr lvl="3" latinLnBrk="0"/>
            <a:r>
              <a:rPr lang="ko-KR" altLang="en-US" dirty="0"/>
              <a:t>넷째 수준</a:t>
            </a:r>
          </a:p>
          <a:p>
            <a:pPr lvl="4" latinLnBrk="0"/>
            <a:r>
              <a:rPr lang="ko-KR" altLang="en-US" dirty="0"/>
              <a:t>다섯째 수준</a:t>
            </a:r>
            <a:endParaRPr lang="en-US" dirty="0"/>
          </a:p>
        </p:txBody>
      </p:sp>
    </p:spTree>
    <p:extLst>
      <p:ext uri="{BB962C8B-B14F-4D97-AF65-F5344CB8AC3E}">
        <p14:creationId xmlns:p14="http://schemas.microsoft.com/office/powerpoint/2010/main" val="104444252"/>
      </p:ext>
    </p:extLst>
  </p:cSld>
  <p:clrMap bg1="lt1" tx1="dk1" bg2="lt2" tx2="dk2" accent1="accent1" accent2="accent2" accent3="accent3" accent4="accent4" accent5="accent5" accent6="accent6" hlink="hlink" folHlink="folHlink"/>
  <p:sldLayoutIdLst>
    <p:sldLayoutId id="2147483938" r:id="rId1"/>
    <p:sldLayoutId id="2147483939" r:id="rId2"/>
    <p:sldLayoutId id="2147483940" r:id="rId3"/>
    <p:sldLayoutId id="2147483941" r:id="rId4"/>
    <p:sldLayoutId id="2147483942" r:id="rId5"/>
    <p:sldLayoutId id="2147483943" r:id="rId6"/>
    <p:sldLayoutId id="2147483944" r:id="rId7"/>
    <p:sldLayoutId id="2147483945" r:id="rId8"/>
    <p:sldLayoutId id="2147483946" r:id="rId9"/>
    <p:sldLayoutId id="2147483947" r:id="rId10"/>
    <p:sldLayoutId id="2147483948" r:id="rId11"/>
  </p:sldLayoutIdLst>
  <p:hf hdr="0"/>
  <p:txStyles>
    <p:titleStyle>
      <a:lvl1pPr algn="l" rtl="0" eaLnBrk="1" latinLnBrk="1" hangingPunct="1">
        <a:spcBef>
          <a:spcPct val="0"/>
        </a:spcBef>
        <a:buNone/>
        <a:defRPr kumimoji="0" sz="3600" b="1" kern="1200" cap="none" baseline="0">
          <a:solidFill>
            <a:schemeClr val="tx2"/>
          </a:solidFill>
          <a:effectLst/>
          <a:latin typeface="+mj-lt"/>
          <a:ea typeface="+mj-ea"/>
          <a:cs typeface="+mj-cs"/>
        </a:defRPr>
      </a:lvl1pPr>
    </p:titleStyle>
    <p:bodyStyle>
      <a:lvl1pPr marL="342900" indent="-342900" algn="l" rtl="0" eaLnBrk="1" latinLnBrk="1" hangingPunct="1">
        <a:spcBef>
          <a:spcPct val="20000"/>
        </a:spcBef>
        <a:buClr>
          <a:schemeClr val="accent1"/>
        </a:buClr>
        <a:buSzPct val="70000"/>
        <a:buFont typeface="Wingdings" panose="05000000000000000000" pitchFamily="2" charset="2"/>
        <a:buChar char="Ø"/>
        <a:defRPr kumimoji="0" sz="2400" kern="1200" baseline="0">
          <a:solidFill>
            <a:schemeClr val="tx2"/>
          </a:solidFill>
          <a:latin typeface="+mn-lt"/>
          <a:ea typeface="+mn-ea"/>
          <a:cs typeface="+mn-cs"/>
        </a:defRPr>
      </a:lvl1pPr>
      <a:lvl2pPr marL="742950" indent="-285750" algn="l" rtl="0" eaLnBrk="1" latinLnBrk="1" hangingPunct="1">
        <a:spcBef>
          <a:spcPct val="20000"/>
        </a:spcBef>
        <a:buClr>
          <a:schemeClr val="accent1"/>
        </a:buClr>
        <a:buSzPct val="70000"/>
        <a:buFont typeface="Times New Roman" panose="02020603050405020304" pitchFamily="18" charset="0"/>
        <a:buChar char="●"/>
        <a:defRPr kumimoji="0" sz="2000" kern="1200" baseline="0">
          <a:solidFill>
            <a:schemeClr val="tx2"/>
          </a:solidFill>
          <a:latin typeface="+mn-lt"/>
          <a:ea typeface="+mn-ea"/>
          <a:cs typeface="+mn-cs"/>
        </a:defRPr>
      </a:lvl2pPr>
      <a:lvl3pPr marL="1257300" indent="-342900" algn="l" rtl="0" eaLnBrk="1" latinLnBrk="1" hangingPunct="1">
        <a:spcBef>
          <a:spcPct val="20000"/>
        </a:spcBef>
        <a:buClr>
          <a:schemeClr val="accent1"/>
        </a:buClr>
        <a:buSzPct val="70000"/>
        <a:buFont typeface="Wingdings" panose="05000000000000000000" pitchFamily="2" charset="2"/>
        <a:buChar char="§"/>
        <a:defRPr kumimoji="0" sz="1800" kern="1200" baseline="0">
          <a:solidFill>
            <a:schemeClr val="tx2"/>
          </a:solidFill>
          <a:latin typeface="+mn-lt"/>
          <a:ea typeface="+mn-ea"/>
          <a:cs typeface="+mn-cs"/>
        </a:defRPr>
      </a:lvl3pPr>
      <a:lvl4pPr marL="1600200" indent="-228600" algn="l" rtl="0" eaLnBrk="1" latinLnBrk="1" hangingPunct="1">
        <a:spcBef>
          <a:spcPct val="20000"/>
        </a:spcBef>
        <a:buClr>
          <a:schemeClr val="accent1"/>
        </a:buClr>
        <a:buSzPct val="70000"/>
        <a:buFont typeface="Arial" panose="020B0604020202020204" pitchFamily="34" charset="0"/>
        <a:buChar char="•"/>
        <a:defRPr kumimoji="0" sz="1600" kern="1200" baseline="0">
          <a:solidFill>
            <a:schemeClr val="tx2"/>
          </a:solidFill>
          <a:latin typeface="+mn-lt"/>
          <a:ea typeface="+mn-ea"/>
          <a:cs typeface="+mn-cs"/>
        </a:defRPr>
      </a:lvl4pPr>
      <a:lvl5pPr marL="2057400" indent="-228600" algn="l" rtl="0" eaLnBrk="1" latinLnBrk="1"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5pPr>
      <a:lvl6pPr marL="2514600" indent="-228600" algn="l" rtl="0" eaLnBrk="1" latinLnBrk="1"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800" indent="-228600" algn="l" rtl="0" eaLnBrk="1" latinLnBrk="1"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9000" indent="-228600" algn="l" rtl="0" eaLnBrk="1" latinLnBrk="1"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6200" indent="-228600" algn="l" rtl="0" eaLnBrk="1" latinLnBrk="1"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p:bodyStyle>
    <p:otherStyle>
      <a:lvl1pPr marL="0" algn="l" rtl="0" eaLnBrk="1" latinLnBrk="1" hangingPunct="1">
        <a:defRPr kumimoji="0" kern="1200">
          <a:solidFill>
            <a:schemeClr val="tx1"/>
          </a:solidFill>
          <a:latin typeface="+mn-lt"/>
          <a:ea typeface="+mn-ea"/>
          <a:cs typeface="+mn-cs"/>
        </a:defRPr>
      </a:lvl1pPr>
      <a:lvl2pPr marL="457200" algn="l" rtl="0" eaLnBrk="1" latinLnBrk="1" hangingPunct="1">
        <a:defRPr kumimoji="0" kern="1200">
          <a:solidFill>
            <a:schemeClr val="tx1"/>
          </a:solidFill>
          <a:latin typeface="+mn-lt"/>
          <a:ea typeface="+mn-ea"/>
          <a:cs typeface="+mn-cs"/>
        </a:defRPr>
      </a:lvl2pPr>
      <a:lvl3pPr marL="914400" algn="l" rtl="0" eaLnBrk="1" latinLnBrk="1" hangingPunct="1">
        <a:defRPr kumimoji="0" kern="1200">
          <a:solidFill>
            <a:schemeClr val="tx1"/>
          </a:solidFill>
          <a:latin typeface="+mn-lt"/>
          <a:ea typeface="+mn-ea"/>
          <a:cs typeface="+mn-cs"/>
        </a:defRPr>
      </a:lvl3pPr>
      <a:lvl4pPr marL="1371600" algn="l" rtl="0" eaLnBrk="1" latinLnBrk="1" hangingPunct="1">
        <a:defRPr kumimoji="0" kern="1200">
          <a:solidFill>
            <a:schemeClr val="tx1"/>
          </a:solidFill>
          <a:latin typeface="+mn-lt"/>
          <a:ea typeface="+mn-ea"/>
          <a:cs typeface="+mn-cs"/>
        </a:defRPr>
      </a:lvl4pPr>
      <a:lvl5pPr marL="1828800" algn="l" rtl="0" eaLnBrk="1" latinLnBrk="1" hangingPunct="1">
        <a:defRPr kumimoji="0" kern="1200">
          <a:solidFill>
            <a:schemeClr val="tx1"/>
          </a:solidFill>
          <a:latin typeface="+mn-lt"/>
          <a:ea typeface="+mn-ea"/>
          <a:cs typeface="+mn-cs"/>
        </a:defRPr>
      </a:lvl5pPr>
      <a:lvl6pPr marL="2286000" algn="l" rtl="0" eaLnBrk="1" latinLnBrk="1" hangingPunct="1">
        <a:defRPr kumimoji="0" kern="1200">
          <a:solidFill>
            <a:schemeClr val="tx1"/>
          </a:solidFill>
          <a:latin typeface="+mn-lt"/>
          <a:ea typeface="+mn-ea"/>
          <a:cs typeface="+mn-cs"/>
        </a:defRPr>
      </a:lvl6pPr>
      <a:lvl7pPr marL="2743200" algn="l" rtl="0" eaLnBrk="1" latinLnBrk="1" hangingPunct="1">
        <a:defRPr kumimoji="0" kern="1200">
          <a:solidFill>
            <a:schemeClr val="tx1"/>
          </a:solidFill>
          <a:latin typeface="+mn-lt"/>
          <a:ea typeface="+mn-ea"/>
          <a:cs typeface="+mn-cs"/>
        </a:defRPr>
      </a:lvl7pPr>
      <a:lvl8pPr marL="3200400" algn="l" rtl="0" eaLnBrk="1" latinLnBrk="1" hangingPunct="1">
        <a:defRPr kumimoji="0" kern="1200">
          <a:solidFill>
            <a:schemeClr val="tx1"/>
          </a:solidFill>
          <a:latin typeface="+mn-lt"/>
          <a:ea typeface="+mn-ea"/>
          <a:cs typeface="+mn-cs"/>
        </a:defRPr>
      </a:lvl8pPr>
      <a:lvl9pPr marL="3657600" algn="l" rtl="0" eaLnBrk="1" latinLnBrk="1"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직선 연결선 6"/>
          <p:cNvSpPr>
            <a:spLocks noChangeShapeType="1"/>
          </p:cNvSpPr>
          <p:nvPr userDrawn="1"/>
        </p:nvSpPr>
        <p:spPr>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w="med" len="med"/>
            <a:tailEnd w="med" len="med"/>
          </a:ln>
          <a:effectLst/>
        </p:spPr>
        <p:txBody>
          <a:bodyPr vert="horz" wrap="square" lIns="91440" tIns="45720" rIns="91440" bIns="45720" anchor="t"/>
          <a:lstStyle/>
          <a:p>
            <a:pPr lvl="0">
              <a:defRPr/>
            </a:pPr>
            <a:endParaRPr kumimoji="0" lang="en-US"/>
          </a:p>
        </p:txBody>
      </p:sp>
      <p:sp>
        <p:nvSpPr>
          <p:cNvPr id="11" name="날짜 개체 틀 10"/>
          <p:cNvSpPr>
            <a:spLocks noGrp="1"/>
          </p:cNvSpPr>
          <p:nvPr>
            <p:ph type="dt" sz="half" idx="2"/>
          </p:nvPr>
        </p:nvSpPr>
        <p:spPr>
          <a:xfrm>
            <a:off x="6477000" y="76200"/>
            <a:ext cx="2514600" cy="288925"/>
          </a:xfrm>
          <a:prstGeom prst="rect">
            <a:avLst/>
          </a:prstGeom>
        </p:spPr>
        <p:txBody>
          <a:bodyPr vert="horz"/>
          <a:lstStyle>
            <a:lvl1pPr algn="l" eaLnBrk="1" latinLnBrk="0" hangingPunct="1">
              <a:defRPr kumimoji="0" sz="1200">
                <a:solidFill>
                  <a:schemeClr val="accent1">
                    <a:shade val="75000"/>
                  </a:schemeClr>
                </a:solidFill>
              </a:defRPr>
            </a:lvl1pPr>
          </a:lstStyle>
          <a:p>
            <a:pPr lvl="0">
              <a:defRPr/>
            </a:pPr>
            <a:fld id="{FC7B52F4-7DA4-409B-9786-75A45B82F2C4}" type="datetime1">
              <a:rPr lang="ko-KR" altLang="en-US"/>
              <a:pPr lvl="0">
                <a:defRPr/>
              </a:pPr>
              <a:t>2026. 4. 29.</a:t>
            </a:fld>
            <a:endParaRPr lang="ko-KR" altLang="en-US"/>
          </a:p>
        </p:txBody>
      </p:sp>
      <p:sp>
        <p:nvSpPr>
          <p:cNvPr id="28" name="바닥글 개체 틀 27"/>
          <p:cNvSpPr>
            <a:spLocks noGrp="1"/>
          </p:cNvSpPr>
          <p:nvPr>
            <p:ph type="ftr" sz="quarter" idx="3"/>
          </p:nvPr>
        </p:nvSpPr>
        <p:spPr>
          <a:xfrm>
            <a:off x="3124200" y="76200"/>
            <a:ext cx="3352800" cy="288925"/>
          </a:xfrm>
          <a:prstGeom prst="rect">
            <a:avLst/>
          </a:prstGeom>
        </p:spPr>
        <p:txBody>
          <a:bodyPr vert="horz"/>
          <a:lstStyle>
            <a:lvl1pPr algn="r" eaLnBrk="1" latinLnBrk="0" hangingPunct="1">
              <a:defRPr kumimoji="0" sz="1200">
                <a:solidFill>
                  <a:schemeClr val="accent1">
                    <a:shade val="75000"/>
                  </a:schemeClr>
                </a:solidFill>
              </a:defRPr>
            </a:lvl1pPr>
          </a:lstStyle>
          <a:p>
            <a:pPr lvl="0">
              <a:defRPr/>
            </a:pPr>
            <a:r>
              <a:rPr lang="en-US" altLang="ko-KR"/>
              <a:t>Man Machine Interface Lab.</a:t>
            </a:r>
            <a:endParaRPr lang="ko-KR" altLang="en-US"/>
          </a:p>
        </p:txBody>
      </p:sp>
      <p:sp>
        <p:nvSpPr>
          <p:cNvPr id="5" name="슬라이드 번호 개체 틀 4"/>
          <p:cNvSpPr>
            <a:spLocks noGrp="1"/>
          </p:cNvSpPr>
          <p:nvPr>
            <p:ph type="sldNum" sz="quarter" idx="4"/>
          </p:nvPr>
        </p:nvSpPr>
        <p:spPr>
          <a:xfrm>
            <a:off x="8229600" y="6477000"/>
            <a:ext cx="762000" cy="244475"/>
          </a:xfrm>
          <a:prstGeom prst="rect">
            <a:avLst/>
          </a:prstGeom>
        </p:spPr>
        <p:txBody>
          <a:bodyPr vert="horz"/>
          <a:lstStyle>
            <a:lvl1pPr algn="r" eaLnBrk="1" latinLnBrk="0" hangingPunct="1">
              <a:defRPr kumimoji="0" sz="1200">
                <a:solidFill>
                  <a:schemeClr val="accent1">
                    <a:shade val="75000"/>
                  </a:schemeClr>
                </a:solidFill>
              </a:defRPr>
            </a:lvl1pPr>
          </a:lstStyle>
          <a:p>
            <a:pPr lvl="0">
              <a:defRPr/>
            </a:pPr>
            <a:fld id="{4BEDD84E-25D4-4983-8AA1-2863C96F08D9}" type="slidenum">
              <a:rPr lang="ko-KR" altLang="en-US"/>
              <a:pPr lvl="0">
                <a:defRPr/>
              </a:pPr>
              <a:t>‹#›</a:t>
            </a:fld>
            <a:endParaRPr lang="ko-KR" altLang="en-US"/>
          </a:p>
        </p:txBody>
      </p:sp>
      <p:sp>
        <p:nvSpPr>
          <p:cNvPr id="10" name="제목 개체 틀 9"/>
          <p:cNvSpPr>
            <a:spLocks noGrp="1"/>
          </p:cNvSpPr>
          <p:nvPr>
            <p:ph type="title"/>
          </p:nvPr>
        </p:nvSpPr>
        <p:spPr>
          <a:xfrm>
            <a:off x="304800" y="457200"/>
            <a:ext cx="8686800" cy="838200"/>
          </a:xfrm>
          <a:prstGeom prst="rect">
            <a:avLst/>
          </a:prstGeom>
        </p:spPr>
        <p:txBody>
          <a:bodyPr vert="horz" anchor="ctr">
            <a:normAutofit/>
          </a:bodyPr>
          <a:lstStyle/>
          <a:p>
            <a:pPr lvl="0">
              <a:defRPr/>
            </a:pPr>
            <a:r>
              <a:rPr kumimoji="0" lang="ko-KR" altLang="en-US"/>
              <a:t>마스터 제목 스타일 편집</a:t>
            </a:r>
            <a:endParaRPr kumimoji="0" lang="en-US"/>
          </a:p>
        </p:txBody>
      </p:sp>
      <p:sp>
        <p:nvSpPr>
          <p:cNvPr id="9" name="직선 연결선 8"/>
          <p:cNvSpPr>
            <a:spLocks noChangeShapeType="1"/>
          </p:cNvSpPr>
          <p:nvPr userDrawn="1"/>
        </p:nvSpPr>
        <p:spPr>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w="med" len="med"/>
            <a:tailEnd w="med" len="med"/>
          </a:ln>
          <a:effectLst/>
        </p:spPr>
        <p:txBody>
          <a:bodyPr vert="horz" wrap="square" lIns="91440" tIns="45720" rIns="91440" bIns="45720" anchor="t"/>
          <a:lstStyle/>
          <a:p>
            <a:pPr lvl="0">
              <a:defRPr/>
            </a:pPr>
            <a:endParaRPr kumimoji="0" lang="en-US"/>
          </a:p>
        </p:txBody>
      </p:sp>
      <p:sp>
        <p:nvSpPr>
          <p:cNvPr id="12" name="직선 연결선 11"/>
          <p:cNvSpPr>
            <a:spLocks noChangeShapeType="1"/>
          </p:cNvSpPr>
          <p:nvPr userDrawn="1"/>
        </p:nvSpPr>
        <p:spPr>
          <a:xfrm>
            <a:off x="514350" y="1057986"/>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w="med" len="med"/>
            <a:tailEnd w="med" len="med"/>
          </a:ln>
          <a:effectLst/>
        </p:spPr>
        <p:txBody>
          <a:bodyPr vert="horz" wrap="square" lIns="91440" tIns="45720" rIns="91440" bIns="45720" anchor="t"/>
          <a:lstStyle/>
          <a:p>
            <a:pPr lvl="0">
              <a:defRPr/>
            </a:pPr>
            <a:endParaRPr kumimoji="0" lang="en-US"/>
          </a:p>
        </p:txBody>
      </p:sp>
      <p:sp>
        <p:nvSpPr>
          <p:cNvPr id="13" name="텍스트 개체 틀 7"/>
          <p:cNvSpPr txBox="1"/>
          <p:nvPr userDrawn="1"/>
        </p:nvSpPr>
        <p:spPr>
          <a:xfrm>
            <a:off x="304800" y="1206272"/>
            <a:ext cx="8686800" cy="5194527"/>
          </a:xfrm>
          <a:prstGeom prst="rect">
            <a:avLst/>
          </a:prstGeom>
        </p:spPr>
        <p:txBody>
          <a:bodyPr vert="horz">
            <a:normAutofit/>
          </a:bodyPr>
          <a:lstStyle>
            <a:lvl1pPr marL="342900" indent="-342900" algn="l" rtl="0" eaLnBrk="1" latinLnBrk="1" hangingPunct="1">
              <a:spcBef>
                <a:spcPct val="20000"/>
              </a:spcBef>
              <a:buClr>
                <a:schemeClr val="accent1"/>
              </a:buClr>
              <a:buSzPct val="70000"/>
              <a:buFont typeface="Wingdings"/>
              <a:buChar char="Ø"/>
              <a:defRPr kumimoji="0" sz="2400" kern="1200" baseline="0">
                <a:solidFill>
                  <a:schemeClr val="tx2"/>
                </a:solidFill>
                <a:latin typeface="+mn-lt"/>
                <a:ea typeface="+mn-ea"/>
                <a:cs typeface="+mn-cs"/>
              </a:defRPr>
            </a:lvl1pPr>
            <a:lvl2pPr marL="742950" indent="-285750" algn="l" rtl="0" eaLnBrk="1" latinLnBrk="1" hangingPunct="1">
              <a:spcBef>
                <a:spcPct val="20000"/>
              </a:spcBef>
              <a:buClr>
                <a:schemeClr val="accent1"/>
              </a:buClr>
              <a:buSzPct val="70000"/>
              <a:buFont typeface="Times New Roman"/>
              <a:buChar char="●"/>
              <a:defRPr kumimoji="0" sz="2000" kern="1200" baseline="0">
                <a:solidFill>
                  <a:schemeClr val="tx2"/>
                </a:solidFill>
                <a:latin typeface="+mn-lt"/>
                <a:ea typeface="+mn-ea"/>
                <a:cs typeface="+mn-cs"/>
              </a:defRPr>
            </a:lvl2pPr>
            <a:lvl3pPr marL="1257300" indent="-342900" algn="l" rtl="0" eaLnBrk="1" latinLnBrk="1" hangingPunct="1">
              <a:spcBef>
                <a:spcPct val="20000"/>
              </a:spcBef>
              <a:buClr>
                <a:schemeClr val="accent1"/>
              </a:buClr>
              <a:buSzPct val="70000"/>
              <a:buFont typeface="Wingdings"/>
              <a:buChar char="§"/>
              <a:defRPr kumimoji="0" sz="1800" kern="1200" baseline="0">
                <a:solidFill>
                  <a:schemeClr val="tx2"/>
                </a:solidFill>
                <a:latin typeface="+mn-lt"/>
                <a:ea typeface="+mn-ea"/>
                <a:cs typeface="+mn-cs"/>
              </a:defRPr>
            </a:lvl3pPr>
            <a:lvl4pPr marL="1600200" indent="-228600" algn="l" rtl="0" eaLnBrk="1" latinLnBrk="1" hangingPunct="1">
              <a:spcBef>
                <a:spcPct val="20000"/>
              </a:spcBef>
              <a:buClr>
                <a:schemeClr val="accent1"/>
              </a:buClr>
              <a:buSzPct val="70000"/>
              <a:buFont typeface="Arial"/>
              <a:buChar char="•"/>
              <a:defRPr kumimoji="0" sz="1600" kern="1200" baseline="0">
                <a:solidFill>
                  <a:schemeClr val="tx2"/>
                </a:solidFill>
                <a:latin typeface="+mn-lt"/>
                <a:ea typeface="+mn-ea"/>
                <a:cs typeface="+mn-cs"/>
              </a:defRPr>
            </a:lvl4pPr>
            <a:lvl5pPr marL="2057400" indent="-228600" algn="l" rtl="0" eaLnBrk="1" latinLnBrk="1"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5pPr>
            <a:lvl6pPr marL="2514600" indent="-228600" algn="l" rtl="0" eaLnBrk="1" latinLnBrk="1"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800" indent="-228600" algn="l" rtl="0" eaLnBrk="1" latinLnBrk="1"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9000" indent="-228600" algn="l" rtl="0" eaLnBrk="1" latinLnBrk="1"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6200" indent="-228600" algn="l" rtl="0" eaLnBrk="1" latinLnBrk="1"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a:lstStyle>
          <a:p>
            <a:pPr latinLnBrk="0">
              <a:defRPr/>
            </a:pPr>
            <a:r>
              <a:rPr lang="ko-KR" altLang="en-US"/>
              <a:t>마스터 텍스트 스타일을 편집합니다</a:t>
            </a:r>
          </a:p>
          <a:p>
            <a:pPr lvl="1" latinLnBrk="0">
              <a:defRPr/>
            </a:pPr>
            <a:r>
              <a:rPr lang="ko-KR" altLang="en-US"/>
              <a:t>둘째 수준</a:t>
            </a:r>
          </a:p>
          <a:p>
            <a:pPr lvl="2" latinLnBrk="0">
              <a:defRPr/>
            </a:pPr>
            <a:r>
              <a:rPr lang="ko-KR" altLang="en-US"/>
              <a:t>셋째 수준</a:t>
            </a:r>
          </a:p>
          <a:p>
            <a:pPr lvl="3" latinLnBrk="0">
              <a:defRPr/>
            </a:pPr>
            <a:r>
              <a:rPr lang="ko-KR" altLang="en-US"/>
              <a:t>넷째 수준</a:t>
            </a:r>
          </a:p>
          <a:p>
            <a:pPr lvl="4" latinLnBrk="0">
              <a:defRPr/>
            </a:pPr>
            <a:r>
              <a:rPr lang="ko-KR" altLang="en-US"/>
              <a:t>다섯째 수준</a:t>
            </a:r>
            <a:endParaRPr lang="en-US"/>
          </a:p>
        </p:txBody>
      </p:sp>
    </p:spTree>
    <p:extLst>
      <p:ext uri="{BB962C8B-B14F-4D97-AF65-F5344CB8AC3E}">
        <p14:creationId xmlns:p14="http://schemas.microsoft.com/office/powerpoint/2010/main" val="3192615804"/>
      </p:ext>
    </p:extLst>
  </p:cSld>
  <p:clrMap bg1="lt1" tx1="dk1" bg2="lt2" tx2="dk2" accent1="accent1" accent2="accent2" accent3="accent3" accent4="accent4" accent5="accent5" accent6="accent6" hlink="hlink" folHlink="folHlink"/>
  <p:sldLayoutIdLst>
    <p:sldLayoutId id="2147483950" r:id="rId1"/>
    <p:sldLayoutId id="2147483951" r:id="rId2"/>
    <p:sldLayoutId id="2147483952" r:id="rId3"/>
    <p:sldLayoutId id="2147483953" r:id="rId4"/>
    <p:sldLayoutId id="2147483954" r:id="rId5"/>
    <p:sldLayoutId id="2147483955" r:id="rId6"/>
    <p:sldLayoutId id="2147483956" r:id="rId7"/>
    <p:sldLayoutId id="2147483957" r:id="rId8"/>
    <p:sldLayoutId id="2147483958" r:id="rId9"/>
    <p:sldLayoutId id="2147483959" r:id="rId10"/>
    <p:sldLayoutId id="2147483960" r:id="rId11"/>
  </p:sldLayoutIdLst>
  <p:transition/>
  <p:hf hdr="0"/>
  <p:txStyles>
    <p:titleStyle>
      <a:lvl1pPr algn="l" rtl="0" eaLnBrk="1" latinLnBrk="1" hangingPunct="1">
        <a:spcBef>
          <a:spcPct val="0"/>
        </a:spcBef>
        <a:buNone/>
        <a:defRPr kumimoji="0" sz="3600" b="1" kern="1200" cap="none" baseline="0">
          <a:solidFill>
            <a:schemeClr val="tx2"/>
          </a:solidFill>
          <a:effectLst/>
          <a:latin typeface="+mj-lt"/>
          <a:ea typeface="+mj-ea"/>
          <a:cs typeface="+mj-cs"/>
        </a:defRPr>
      </a:lvl1pPr>
    </p:titleStyle>
    <p:bodyStyle>
      <a:lvl1pPr marL="342900" indent="-342900" algn="l" rtl="0" eaLnBrk="1" latinLnBrk="1" hangingPunct="1">
        <a:spcBef>
          <a:spcPct val="20000"/>
        </a:spcBef>
        <a:buClr>
          <a:schemeClr val="accent1"/>
        </a:buClr>
        <a:buSzPct val="70000"/>
        <a:buFont typeface="Wingdings"/>
        <a:buChar char="Ø"/>
        <a:defRPr kumimoji="0" sz="2400" kern="1200" baseline="0">
          <a:solidFill>
            <a:schemeClr val="tx2"/>
          </a:solidFill>
          <a:latin typeface="+mn-lt"/>
          <a:ea typeface="+mn-ea"/>
          <a:cs typeface="+mn-cs"/>
        </a:defRPr>
      </a:lvl1pPr>
      <a:lvl2pPr marL="742950" indent="-285750" algn="l" rtl="0" eaLnBrk="1" latinLnBrk="1" hangingPunct="1">
        <a:spcBef>
          <a:spcPct val="20000"/>
        </a:spcBef>
        <a:buClr>
          <a:schemeClr val="accent1"/>
        </a:buClr>
        <a:buSzPct val="70000"/>
        <a:buFont typeface="Times New Roman"/>
        <a:buChar char="●"/>
        <a:defRPr kumimoji="0" sz="2000" kern="1200" baseline="0">
          <a:solidFill>
            <a:schemeClr val="tx2"/>
          </a:solidFill>
          <a:latin typeface="+mn-lt"/>
          <a:ea typeface="+mn-ea"/>
          <a:cs typeface="+mn-cs"/>
        </a:defRPr>
      </a:lvl2pPr>
      <a:lvl3pPr marL="1257300" indent="-342900" algn="l" rtl="0" eaLnBrk="1" latinLnBrk="1" hangingPunct="1">
        <a:spcBef>
          <a:spcPct val="20000"/>
        </a:spcBef>
        <a:buClr>
          <a:schemeClr val="accent1"/>
        </a:buClr>
        <a:buSzPct val="70000"/>
        <a:buFont typeface="Wingdings"/>
        <a:buChar char="§"/>
        <a:defRPr kumimoji="0" sz="1800" kern="1200" baseline="0">
          <a:solidFill>
            <a:schemeClr val="tx2"/>
          </a:solidFill>
          <a:latin typeface="+mn-lt"/>
          <a:ea typeface="+mn-ea"/>
          <a:cs typeface="+mn-cs"/>
        </a:defRPr>
      </a:lvl3pPr>
      <a:lvl4pPr marL="1600200" indent="-228600" algn="l" rtl="0" eaLnBrk="1" latinLnBrk="1" hangingPunct="1">
        <a:spcBef>
          <a:spcPct val="20000"/>
        </a:spcBef>
        <a:buClr>
          <a:schemeClr val="accent1"/>
        </a:buClr>
        <a:buSzPct val="70000"/>
        <a:buFont typeface="Arial"/>
        <a:buChar char="•"/>
        <a:defRPr kumimoji="0" sz="1600" kern="1200" baseline="0">
          <a:solidFill>
            <a:schemeClr val="tx2"/>
          </a:solidFill>
          <a:latin typeface="+mn-lt"/>
          <a:ea typeface="+mn-ea"/>
          <a:cs typeface="+mn-cs"/>
        </a:defRPr>
      </a:lvl4pPr>
      <a:lvl5pPr marL="2057400" indent="-228600" algn="l" rtl="0" eaLnBrk="1" latinLnBrk="1"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5pPr>
      <a:lvl6pPr marL="2514600" indent="-228600" algn="l" rtl="0" eaLnBrk="1" latinLnBrk="1"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800" indent="-228600" algn="l" rtl="0" eaLnBrk="1" latinLnBrk="1"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9000" indent="-228600" algn="l" rtl="0" eaLnBrk="1" latinLnBrk="1"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6200" indent="-228600" algn="l" rtl="0" eaLnBrk="1" latinLnBrk="1"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p:bodyStyle>
    <p:otherStyle>
      <a:lvl1pPr marL="0" algn="l" rtl="0" eaLnBrk="1" latinLnBrk="1" hangingPunct="1">
        <a:defRPr kumimoji="0" kern="1200">
          <a:solidFill>
            <a:schemeClr val="tx1"/>
          </a:solidFill>
          <a:latin typeface="+mn-lt"/>
          <a:ea typeface="+mn-ea"/>
          <a:cs typeface="+mn-cs"/>
        </a:defRPr>
      </a:lvl1pPr>
      <a:lvl2pPr marL="457200" algn="l" rtl="0" eaLnBrk="1" latinLnBrk="1" hangingPunct="1">
        <a:defRPr kumimoji="0" kern="1200">
          <a:solidFill>
            <a:schemeClr val="tx1"/>
          </a:solidFill>
          <a:latin typeface="+mn-lt"/>
          <a:ea typeface="+mn-ea"/>
          <a:cs typeface="+mn-cs"/>
        </a:defRPr>
      </a:lvl2pPr>
      <a:lvl3pPr marL="914400" algn="l" rtl="0" eaLnBrk="1" latinLnBrk="1" hangingPunct="1">
        <a:defRPr kumimoji="0" kern="1200">
          <a:solidFill>
            <a:schemeClr val="tx1"/>
          </a:solidFill>
          <a:latin typeface="+mn-lt"/>
          <a:ea typeface="+mn-ea"/>
          <a:cs typeface="+mn-cs"/>
        </a:defRPr>
      </a:lvl3pPr>
      <a:lvl4pPr marL="1371600" algn="l" rtl="0" eaLnBrk="1" latinLnBrk="1" hangingPunct="1">
        <a:defRPr kumimoji="0" kern="1200">
          <a:solidFill>
            <a:schemeClr val="tx1"/>
          </a:solidFill>
          <a:latin typeface="+mn-lt"/>
          <a:ea typeface="+mn-ea"/>
          <a:cs typeface="+mn-cs"/>
        </a:defRPr>
      </a:lvl4pPr>
      <a:lvl5pPr marL="1828800" algn="l" rtl="0" eaLnBrk="1" latinLnBrk="1" hangingPunct="1">
        <a:defRPr kumimoji="0" kern="1200">
          <a:solidFill>
            <a:schemeClr val="tx1"/>
          </a:solidFill>
          <a:latin typeface="+mn-lt"/>
          <a:ea typeface="+mn-ea"/>
          <a:cs typeface="+mn-cs"/>
        </a:defRPr>
      </a:lvl5pPr>
      <a:lvl6pPr marL="2286000" algn="l" rtl="0" eaLnBrk="1" latinLnBrk="1" hangingPunct="1">
        <a:defRPr kumimoji="0" kern="1200">
          <a:solidFill>
            <a:schemeClr val="tx1"/>
          </a:solidFill>
          <a:latin typeface="+mn-lt"/>
          <a:ea typeface="+mn-ea"/>
          <a:cs typeface="+mn-cs"/>
        </a:defRPr>
      </a:lvl6pPr>
      <a:lvl7pPr marL="2743200" algn="l" rtl="0" eaLnBrk="1" latinLnBrk="1" hangingPunct="1">
        <a:defRPr kumimoji="0" kern="1200">
          <a:solidFill>
            <a:schemeClr val="tx1"/>
          </a:solidFill>
          <a:latin typeface="+mn-lt"/>
          <a:ea typeface="+mn-ea"/>
          <a:cs typeface="+mn-cs"/>
        </a:defRPr>
      </a:lvl7pPr>
      <a:lvl8pPr marL="3200400" algn="l" rtl="0" eaLnBrk="1" latinLnBrk="1" hangingPunct="1">
        <a:defRPr kumimoji="0" kern="1200">
          <a:solidFill>
            <a:schemeClr val="tx1"/>
          </a:solidFill>
          <a:latin typeface="+mn-lt"/>
          <a:ea typeface="+mn-ea"/>
          <a:cs typeface="+mn-cs"/>
        </a:defRPr>
      </a:lvl8pPr>
      <a:lvl9pPr marL="3657600" algn="l" rtl="0" eaLnBrk="1" latinLnBrk="1"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직선 연결선 6"/>
          <p:cNvSpPr>
            <a:spLocks noChangeShapeType="1"/>
          </p:cNvSpPr>
          <p:nvPr userDrawn="1"/>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날짜 개체 틀 10"/>
          <p:cNvSpPr>
            <a:spLocks noGrp="1"/>
          </p:cNvSpPr>
          <p:nvPr>
            <p:ph type="dt" sz="half" idx="2"/>
          </p:nvPr>
        </p:nvSpPr>
        <p:spPr>
          <a:xfrm>
            <a:off x="6477000" y="76200"/>
            <a:ext cx="2514600" cy="288925"/>
          </a:xfrm>
          <a:prstGeom prst="rect">
            <a:avLst/>
          </a:prstGeom>
        </p:spPr>
        <p:txBody>
          <a:bodyPr vert="horz"/>
          <a:lstStyle>
            <a:lvl1pPr algn="l" eaLnBrk="1" latinLnBrk="0" hangingPunct="1">
              <a:defRPr kumimoji="0" sz="1200">
                <a:solidFill>
                  <a:schemeClr val="accent1">
                    <a:shade val="75000"/>
                  </a:schemeClr>
                </a:solidFill>
              </a:defRPr>
            </a:lvl1pPr>
          </a:lstStyle>
          <a:p>
            <a:fld id="{FC7B52F4-7DA4-409B-9786-75A45B82F2C4}" type="datetime1">
              <a:rPr lang="ko-KR" altLang="en-US" smtClean="0"/>
              <a:pPr/>
              <a:t>2026. 4. 29.</a:t>
            </a:fld>
            <a:endParaRPr lang="ko-KR" altLang="en-US" dirty="0"/>
          </a:p>
        </p:txBody>
      </p:sp>
      <p:sp>
        <p:nvSpPr>
          <p:cNvPr id="28" name="바닥글 개체 틀 27"/>
          <p:cNvSpPr>
            <a:spLocks noGrp="1"/>
          </p:cNvSpPr>
          <p:nvPr>
            <p:ph type="ftr" sz="quarter" idx="3"/>
          </p:nvPr>
        </p:nvSpPr>
        <p:spPr>
          <a:xfrm>
            <a:off x="3124200" y="76200"/>
            <a:ext cx="3352800" cy="288925"/>
          </a:xfrm>
          <a:prstGeom prst="rect">
            <a:avLst/>
          </a:prstGeom>
        </p:spPr>
        <p:txBody>
          <a:bodyPr vert="horz"/>
          <a:lstStyle>
            <a:lvl1pPr algn="r" eaLnBrk="1" latinLnBrk="0" hangingPunct="1">
              <a:defRPr kumimoji="0" sz="1200">
                <a:solidFill>
                  <a:schemeClr val="accent1">
                    <a:shade val="75000"/>
                  </a:schemeClr>
                </a:solidFill>
              </a:defRPr>
            </a:lvl1pPr>
          </a:lstStyle>
          <a:p>
            <a:r>
              <a:rPr lang="en-US" altLang="ko-KR"/>
              <a:t>Man Machine Interface Lab.</a:t>
            </a:r>
            <a:endParaRPr lang="ko-KR" altLang="en-US"/>
          </a:p>
        </p:txBody>
      </p:sp>
      <p:sp>
        <p:nvSpPr>
          <p:cNvPr id="5" name="슬라이드 번호 개체 틀 4"/>
          <p:cNvSpPr>
            <a:spLocks noGrp="1"/>
          </p:cNvSpPr>
          <p:nvPr>
            <p:ph type="sldNum" sz="quarter" idx="4"/>
          </p:nvPr>
        </p:nvSpPr>
        <p:spPr>
          <a:xfrm>
            <a:off x="8229600" y="6477000"/>
            <a:ext cx="762000" cy="244475"/>
          </a:xfrm>
          <a:prstGeom prst="rect">
            <a:avLst/>
          </a:prstGeom>
        </p:spPr>
        <p:txBody>
          <a:bodyPr vert="horz"/>
          <a:lstStyle>
            <a:lvl1pPr algn="r" eaLnBrk="1" latinLnBrk="0" hangingPunct="1">
              <a:defRPr kumimoji="0" sz="1200">
                <a:solidFill>
                  <a:schemeClr val="accent1">
                    <a:shade val="75000"/>
                  </a:schemeClr>
                </a:solidFill>
              </a:defRPr>
            </a:lvl1pPr>
          </a:lstStyle>
          <a:p>
            <a:fld id="{4BEDD84E-25D4-4983-8AA1-2863C96F08D9}" type="slidenum">
              <a:rPr lang="ko-KR" altLang="en-US" smtClean="0"/>
              <a:pPr/>
              <a:t>‹#›</a:t>
            </a:fld>
            <a:endParaRPr lang="ko-KR" altLang="en-US"/>
          </a:p>
        </p:txBody>
      </p:sp>
      <p:sp>
        <p:nvSpPr>
          <p:cNvPr id="10" name="제목 개체 틀 9"/>
          <p:cNvSpPr>
            <a:spLocks noGrp="1"/>
          </p:cNvSpPr>
          <p:nvPr>
            <p:ph type="title"/>
          </p:nvPr>
        </p:nvSpPr>
        <p:spPr>
          <a:xfrm>
            <a:off x="304800" y="457200"/>
            <a:ext cx="8686800" cy="838200"/>
          </a:xfrm>
          <a:prstGeom prst="rect">
            <a:avLst/>
          </a:prstGeom>
        </p:spPr>
        <p:txBody>
          <a:bodyPr vert="horz" anchor="ctr">
            <a:normAutofit/>
          </a:bodyPr>
          <a:lstStyle/>
          <a:p>
            <a:r>
              <a:rPr kumimoji="0" lang="ko-KR" altLang="en-US" dirty="0"/>
              <a:t>마스터 제목 스타일 편집</a:t>
            </a:r>
            <a:endParaRPr kumimoji="0" lang="en-US" dirty="0"/>
          </a:p>
        </p:txBody>
      </p:sp>
      <p:sp>
        <p:nvSpPr>
          <p:cNvPr id="9" name="직선 연결선 8"/>
          <p:cNvSpPr>
            <a:spLocks noChangeShapeType="1"/>
          </p:cNvSpPr>
          <p:nvPr userDrawn="1"/>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직선 연결선 11"/>
          <p:cNvSpPr>
            <a:spLocks noChangeShapeType="1"/>
          </p:cNvSpPr>
          <p:nvPr userDrawn="1"/>
        </p:nvSpPr>
        <p:spPr bwMode="auto">
          <a:xfrm>
            <a:off x="514350" y="1057986"/>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텍스트 개체 틀 7">
            <a:extLst>
              <a:ext uri="{FF2B5EF4-FFF2-40B4-BE49-F238E27FC236}">
                <a16:creationId xmlns:a16="http://schemas.microsoft.com/office/drawing/2014/main" id="{81122F79-6816-4F38-8DFD-7ED42A05329D}"/>
              </a:ext>
            </a:extLst>
          </p:cNvPr>
          <p:cNvSpPr txBox="1">
            <a:spLocks/>
          </p:cNvSpPr>
          <p:nvPr userDrawn="1"/>
        </p:nvSpPr>
        <p:spPr>
          <a:xfrm>
            <a:off x="304800" y="1206272"/>
            <a:ext cx="8686800" cy="5194527"/>
          </a:xfrm>
          <a:prstGeom prst="rect">
            <a:avLst/>
          </a:prstGeom>
        </p:spPr>
        <p:txBody>
          <a:bodyPr vert="horz">
            <a:normAutofit/>
          </a:bodyPr>
          <a:lstStyle>
            <a:lvl1pPr marL="342900" indent="-342900" algn="l" rtl="0" eaLnBrk="1" latinLnBrk="1" hangingPunct="1">
              <a:spcBef>
                <a:spcPct val="20000"/>
              </a:spcBef>
              <a:buClr>
                <a:schemeClr val="accent1"/>
              </a:buClr>
              <a:buSzPct val="70000"/>
              <a:buFont typeface="Wingdings" panose="05000000000000000000" pitchFamily="2" charset="2"/>
              <a:buChar char="Ø"/>
              <a:defRPr kumimoji="0" sz="2400" kern="1200" baseline="0">
                <a:solidFill>
                  <a:schemeClr val="tx2"/>
                </a:solidFill>
                <a:latin typeface="+mn-lt"/>
                <a:ea typeface="+mn-ea"/>
                <a:cs typeface="+mn-cs"/>
              </a:defRPr>
            </a:lvl1pPr>
            <a:lvl2pPr marL="742950" indent="-285750" algn="l" rtl="0" eaLnBrk="1" latinLnBrk="1" hangingPunct="1">
              <a:spcBef>
                <a:spcPct val="20000"/>
              </a:spcBef>
              <a:buClr>
                <a:schemeClr val="accent1"/>
              </a:buClr>
              <a:buSzPct val="70000"/>
              <a:buFont typeface="Times New Roman" panose="02020603050405020304" pitchFamily="18" charset="0"/>
              <a:buChar char="●"/>
              <a:defRPr kumimoji="0" sz="2000" kern="1200" baseline="0">
                <a:solidFill>
                  <a:schemeClr val="tx2"/>
                </a:solidFill>
                <a:latin typeface="+mn-lt"/>
                <a:ea typeface="+mn-ea"/>
                <a:cs typeface="+mn-cs"/>
              </a:defRPr>
            </a:lvl2pPr>
            <a:lvl3pPr marL="1257300" indent="-342900" algn="l" rtl="0" eaLnBrk="1" latinLnBrk="1" hangingPunct="1">
              <a:spcBef>
                <a:spcPct val="20000"/>
              </a:spcBef>
              <a:buClr>
                <a:schemeClr val="accent1"/>
              </a:buClr>
              <a:buSzPct val="70000"/>
              <a:buFont typeface="Wingdings" panose="05000000000000000000" pitchFamily="2" charset="2"/>
              <a:buChar char="§"/>
              <a:defRPr kumimoji="0" sz="1800" kern="1200" baseline="0">
                <a:solidFill>
                  <a:schemeClr val="tx2"/>
                </a:solidFill>
                <a:latin typeface="+mn-lt"/>
                <a:ea typeface="+mn-ea"/>
                <a:cs typeface="+mn-cs"/>
              </a:defRPr>
            </a:lvl3pPr>
            <a:lvl4pPr marL="1600200" indent="-228600" algn="l" rtl="0" eaLnBrk="1" latinLnBrk="1" hangingPunct="1">
              <a:spcBef>
                <a:spcPct val="20000"/>
              </a:spcBef>
              <a:buClr>
                <a:schemeClr val="accent1"/>
              </a:buClr>
              <a:buSzPct val="70000"/>
              <a:buFont typeface="Arial" panose="020B0604020202020204" pitchFamily="34" charset="0"/>
              <a:buChar char="•"/>
              <a:defRPr kumimoji="0" sz="1600" kern="1200" baseline="0">
                <a:solidFill>
                  <a:schemeClr val="tx2"/>
                </a:solidFill>
                <a:latin typeface="+mn-lt"/>
                <a:ea typeface="+mn-ea"/>
                <a:cs typeface="+mn-cs"/>
              </a:defRPr>
            </a:lvl4pPr>
            <a:lvl5pPr marL="2057400" indent="-228600" algn="l" rtl="0" eaLnBrk="1" latinLnBrk="1"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5pPr>
            <a:lvl6pPr marL="2514600" indent="-228600" algn="l" rtl="0" eaLnBrk="1" latinLnBrk="1"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800" indent="-228600" algn="l" rtl="0" eaLnBrk="1" latinLnBrk="1"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9000" indent="-228600" algn="l" rtl="0" eaLnBrk="1" latinLnBrk="1"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6200" indent="-228600" algn="l" rtl="0" eaLnBrk="1" latinLnBrk="1"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a:lstStyle>
          <a:p>
            <a:pPr latinLnBrk="0"/>
            <a:r>
              <a:rPr lang="ko-KR" altLang="en-US" dirty="0"/>
              <a:t>마스터 텍스트 스타일을 편집합니다</a:t>
            </a:r>
          </a:p>
          <a:p>
            <a:pPr lvl="1" latinLnBrk="0"/>
            <a:r>
              <a:rPr lang="ko-KR" altLang="en-US" dirty="0"/>
              <a:t>둘째 수준</a:t>
            </a:r>
          </a:p>
          <a:p>
            <a:pPr lvl="2" latinLnBrk="0"/>
            <a:r>
              <a:rPr lang="ko-KR" altLang="en-US" dirty="0"/>
              <a:t>셋째 수준</a:t>
            </a:r>
          </a:p>
          <a:p>
            <a:pPr lvl="3" latinLnBrk="0"/>
            <a:r>
              <a:rPr lang="ko-KR" altLang="en-US" dirty="0"/>
              <a:t>넷째 수준</a:t>
            </a:r>
          </a:p>
          <a:p>
            <a:pPr lvl="4" latinLnBrk="0"/>
            <a:r>
              <a:rPr lang="ko-KR" altLang="en-US" dirty="0"/>
              <a:t>다섯째 수준</a:t>
            </a:r>
            <a:endParaRPr lang="en-US" dirty="0"/>
          </a:p>
        </p:txBody>
      </p:sp>
    </p:spTree>
    <p:extLst>
      <p:ext uri="{BB962C8B-B14F-4D97-AF65-F5344CB8AC3E}">
        <p14:creationId xmlns:p14="http://schemas.microsoft.com/office/powerpoint/2010/main" val="1220399943"/>
      </p:ext>
    </p:extLst>
  </p:cSld>
  <p:clrMap bg1="lt1" tx1="dk1" bg2="lt2" tx2="dk2" accent1="accent1" accent2="accent2" accent3="accent3" accent4="accent4" accent5="accent5" accent6="accent6" hlink="hlink" folHlink="folHlink"/>
  <p:sldLayoutIdLst>
    <p:sldLayoutId id="2147483962" r:id="rId1"/>
    <p:sldLayoutId id="2147483963" r:id="rId2"/>
    <p:sldLayoutId id="2147483964" r:id="rId3"/>
    <p:sldLayoutId id="2147483965" r:id="rId4"/>
    <p:sldLayoutId id="2147483966" r:id="rId5"/>
    <p:sldLayoutId id="2147483967" r:id="rId6"/>
    <p:sldLayoutId id="2147483968" r:id="rId7"/>
    <p:sldLayoutId id="2147483969" r:id="rId8"/>
    <p:sldLayoutId id="2147483970" r:id="rId9"/>
    <p:sldLayoutId id="2147483971" r:id="rId10"/>
    <p:sldLayoutId id="2147483972" r:id="rId11"/>
  </p:sldLayoutIdLst>
  <p:hf hdr="0"/>
  <p:txStyles>
    <p:titleStyle>
      <a:lvl1pPr algn="l" rtl="0" eaLnBrk="1" latinLnBrk="1" hangingPunct="1">
        <a:spcBef>
          <a:spcPct val="0"/>
        </a:spcBef>
        <a:buNone/>
        <a:defRPr kumimoji="0" sz="3600" b="1" kern="1200" cap="none" baseline="0">
          <a:solidFill>
            <a:schemeClr val="tx2"/>
          </a:solidFill>
          <a:effectLst/>
          <a:latin typeface="+mj-lt"/>
          <a:ea typeface="+mj-ea"/>
          <a:cs typeface="+mj-cs"/>
        </a:defRPr>
      </a:lvl1pPr>
    </p:titleStyle>
    <p:bodyStyle>
      <a:lvl1pPr marL="342900" indent="-342900" algn="l" rtl="0" eaLnBrk="1" latinLnBrk="1" hangingPunct="1">
        <a:spcBef>
          <a:spcPct val="20000"/>
        </a:spcBef>
        <a:buClr>
          <a:schemeClr val="accent1"/>
        </a:buClr>
        <a:buSzPct val="70000"/>
        <a:buFont typeface="Wingdings" panose="05000000000000000000" pitchFamily="2" charset="2"/>
        <a:buChar char="Ø"/>
        <a:defRPr kumimoji="0" sz="2400" kern="1200" baseline="0">
          <a:solidFill>
            <a:schemeClr val="tx2"/>
          </a:solidFill>
          <a:latin typeface="+mn-lt"/>
          <a:ea typeface="+mn-ea"/>
          <a:cs typeface="+mn-cs"/>
        </a:defRPr>
      </a:lvl1pPr>
      <a:lvl2pPr marL="742950" indent="-285750" algn="l" rtl="0" eaLnBrk="1" latinLnBrk="1" hangingPunct="1">
        <a:spcBef>
          <a:spcPct val="20000"/>
        </a:spcBef>
        <a:buClr>
          <a:schemeClr val="accent1"/>
        </a:buClr>
        <a:buSzPct val="70000"/>
        <a:buFont typeface="Times New Roman" panose="02020603050405020304" pitchFamily="18" charset="0"/>
        <a:buChar char="●"/>
        <a:defRPr kumimoji="0" sz="2000" kern="1200" baseline="0">
          <a:solidFill>
            <a:schemeClr val="tx2"/>
          </a:solidFill>
          <a:latin typeface="+mn-lt"/>
          <a:ea typeface="+mn-ea"/>
          <a:cs typeface="+mn-cs"/>
        </a:defRPr>
      </a:lvl2pPr>
      <a:lvl3pPr marL="1257300" indent="-342900" algn="l" rtl="0" eaLnBrk="1" latinLnBrk="1" hangingPunct="1">
        <a:spcBef>
          <a:spcPct val="20000"/>
        </a:spcBef>
        <a:buClr>
          <a:schemeClr val="accent1"/>
        </a:buClr>
        <a:buSzPct val="70000"/>
        <a:buFont typeface="Wingdings" panose="05000000000000000000" pitchFamily="2" charset="2"/>
        <a:buChar char="§"/>
        <a:defRPr kumimoji="0" sz="1800" kern="1200" baseline="0">
          <a:solidFill>
            <a:schemeClr val="tx2"/>
          </a:solidFill>
          <a:latin typeface="+mn-lt"/>
          <a:ea typeface="+mn-ea"/>
          <a:cs typeface="+mn-cs"/>
        </a:defRPr>
      </a:lvl3pPr>
      <a:lvl4pPr marL="1600200" indent="-228600" algn="l" rtl="0" eaLnBrk="1" latinLnBrk="1" hangingPunct="1">
        <a:spcBef>
          <a:spcPct val="20000"/>
        </a:spcBef>
        <a:buClr>
          <a:schemeClr val="accent1"/>
        </a:buClr>
        <a:buSzPct val="70000"/>
        <a:buFont typeface="Arial" panose="020B0604020202020204" pitchFamily="34" charset="0"/>
        <a:buChar char="•"/>
        <a:defRPr kumimoji="0" sz="1600" kern="1200" baseline="0">
          <a:solidFill>
            <a:schemeClr val="tx2"/>
          </a:solidFill>
          <a:latin typeface="+mn-lt"/>
          <a:ea typeface="+mn-ea"/>
          <a:cs typeface="+mn-cs"/>
        </a:defRPr>
      </a:lvl4pPr>
      <a:lvl5pPr marL="2057400" indent="-228600" algn="l" rtl="0" eaLnBrk="1" latinLnBrk="1"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5pPr>
      <a:lvl6pPr marL="2514600" indent="-228600" algn="l" rtl="0" eaLnBrk="1" latinLnBrk="1"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800" indent="-228600" algn="l" rtl="0" eaLnBrk="1" latinLnBrk="1"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9000" indent="-228600" algn="l" rtl="0" eaLnBrk="1" latinLnBrk="1"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6200" indent="-228600" algn="l" rtl="0" eaLnBrk="1" latinLnBrk="1"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p:bodyStyle>
    <p:otherStyle>
      <a:lvl1pPr marL="0" algn="l" rtl="0" eaLnBrk="1" latinLnBrk="1" hangingPunct="1">
        <a:defRPr kumimoji="0" kern="1200">
          <a:solidFill>
            <a:schemeClr val="tx1"/>
          </a:solidFill>
          <a:latin typeface="+mn-lt"/>
          <a:ea typeface="+mn-ea"/>
          <a:cs typeface="+mn-cs"/>
        </a:defRPr>
      </a:lvl1pPr>
      <a:lvl2pPr marL="457200" algn="l" rtl="0" eaLnBrk="1" latinLnBrk="1" hangingPunct="1">
        <a:defRPr kumimoji="0" kern="1200">
          <a:solidFill>
            <a:schemeClr val="tx1"/>
          </a:solidFill>
          <a:latin typeface="+mn-lt"/>
          <a:ea typeface="+mn-ea"/>
          <a:cs typeface="+mn-cs"/>
        </a:defRPr>
      </a:lvl2pPr>
      <a:lvl3pPr marL="914400" algn="l" rtl="0" eaLnBrk="1" latinLnBrk="1" hangingPunct="1">
        <a:defRPr kumimoji="0" kern="1200">
          <a:solidFill>
            <a:schemeClr val="tx1"/>
          </a:solidFill>
          <a:latin typeface="+mn-lt"/>
          <a:ea typeface="+mn-ea"/>
          <a:cs typeface="+mn-cs"/>
        </a:defRPr>
      </a:lvl3pPr>
      <a:lvl4pPr marL="1371600" algn="l" rtl="0" eaLnBrk="1" latinLnBrk="1" hangingPunct="1">
        <a:defRPr kumimoji="0" kern="1200">
          <a:solidFill>
            <a:schemeClr val="tx1"/>
          </a:solidFill>
          <a:latin typeface="+mn-lt"/>
          <a:ea typeface="+mn-ea"/>
          <a:cs typeface="+mn-cs"/>
        </a:defRPr>
      </a:lvl4pPr>
      <a:lvl5pPr marL="1828800" algn="l" rtl="0" eaLnBrk="1" latinLnBrk="1" hangingPunct="1">
        <a:defRPr kumimoji="0" kern="1200">
          <a:solidFill>
            <a:schemeClr val="tx1"/>
          </a:solidFill>
          <a:latin typeface="+mn-lt"/>
          <a:ea typeface="+mn-ea"/>
          <a:cs typeface="+mn-cs"/>
        </a:defRPr>
      </a:lvl5pPr>
      <a:lvl6pPr marL="2286000" algn="l" rtl="0" eaLnBrk="1" latinLnBrk="1" hangingPunct="1">
        <a:defRPr kumimoji="0" kern="1200">
          <a:solidFill>
            <a:schemeClr val="tx1"/>
          </a:solidFill>
          <a:latin typeface="+mn-lt"/>
          <a:ea typeface="+mn-ea"/>
          <a:cs typeface="+mn-cs"/>
        </a:defRPr>
      </a:lvl6pPr>
      <a:lvl7pPr marL="2743200" algn="l" rtl="0" eaLnBrk="1" latinLnBrk="1" hangingPunct="1">
        <a:defRPr kumimoji="0" kern="1200">
          <a:solidFill>
            <a:schemeClr val="tx1"/>
          </a:solidFill>
          <a:latin typeface="+mn-lt"/>
          <a:ea typeface="+mn-ea"/>
          <a:cs typeface="+mn-cs"/>
        </a:defRPr>
      </a:lvl7pPr>
      <a:lvl8pPr marL="3200400" algn="l" rtl="0" eaLnBrk="1" latinLnBrk="1" hangingPunct="1">
        <a:defRPr kumimoji="0" kern="1200">
          <a:solidFill>
            <a:schemeClr val="tx1"/>
          </a:solidFill>
          <a:latin typeface="+mn-lt"/>
          <a:ea typeface="+mn-ea"/>
          <a:cs typeface="+mn-cs"/>
        </a:defRPr>
      </a:lvl8pPr>
      <a:lvl9pPr marL="3657600" algn="l" rtl="0" eaLnBrk="1" latinLnBrk="1"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4.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4.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4.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4.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4.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4.xml"/><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24.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24.xml"/><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24.xml"/><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5.xml"/><Relationship Id="rId1" Type="http://schemas.openxmlformats.org/officeDocument/2006/relationships/slideLayout" Target="../slideLayouts/slideLayout24.xml"/><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6.xml"/><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7.xml"/><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8.xml"/><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3" Type="http://schemas.openxmlformats.org/officeDocument/2006/relationships/image" Target="../media/image39.gif"/><Relationship Id="rId2" Type="http://schemas.openxmlformats.org/officeDocument/2006/relationships/notesSlide" Target="../notesSlides/notesSlide29.xml"/><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0.xml"/><Relationship Id="rId1" Type="http://schemas.openxmlformats.org/officeDocument/2006/relationships/slideLayout" Target="../slideLayouts/slideLayout24.xml"/><Relationship Id="rId5" Type="http://schemas.openxmlformats.org/officeDocument/2006/relationships/image" Target="../media/image42.png"/><Relationship Id="rId4" Type="http://schemas.openxmlformats.org/officeDocument/2006/relationships/image" Target="../media/image41.png"/></Relationships>
</file>

<file path=ppt/slides/_rels/slide3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1.xml"/><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2.xml"/><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3.xml"/><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3" Type="http://schemas.openxmlformats.org/officeDocument/2006/relationships/image" Target="../media/image46.gif"/><Relationship Id="rId2" Type="http://schemas.openxmlformats.org/officeDocument/2006/relationships/notesSlide" Target="../notesSlides/notesSlide34.xml"/><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5.xml"/><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7.xml"/><Relationship Id="rId1" Type="http://schemas.openxmlformats.org/officeDocument/2006/relationships/slideLayout" Target="../slideLayouts/slideLayout24.xml"/><Relationship Id="rId4" Type="http://schemas.openxmlformats.org/officeDocument/2006/relationships/image" Target="../media/image49.png"/></Relationships>
</file>

<file path=ppt/slides/_rels/slide3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8.xml"/><Relationship Id="rId1" Type="http://schemas.openxmlformats.org/officeDocument/2006/relationships/slideLayout" Target="../slideLayouts/slideLayout24.xml"/></Relationships>
</file>

<file path=ppt/slides/_rels/slide3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9.xml"/><Relationship Id="rId1" Type="http://schemas.openxmlformats.org/officeDocument/2006/relationships/slideLayout" Target="../slideLayouts/slideLayout24.xml"/></Relationships>
</file>

<file path=ppt/slides/_rels/slide4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0.xml"/><Relationship Id="rId1" Type="http://schemas.openxmlformats.org/officeDocument/2006/relationships/slideLayout" Target="../slideLayouts/slideLayout24.xml"/></Relationships>
</file>

<file path=ppt/slides/_rels/slide4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1.xml"/><Relationship Id="rId1" Type="http://schemas.openxmlformats.org/officeDocument/2006/relationships/slideLayout" Target="../slideLayouts/slideLayout24.xml"/></Relationships>
</file>

<file path=ppt/slides/_rels/slide4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2.xml"/><Relationship Id="rId1" Type="http://schemas.openxmlformats.org/officeDocument/2006/relationships/slideLayout" Target="../slideLayouts/slideLayout2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F6AF8C84-D71B-418C-8105-F46100185E82}"/>
              </a:ext>
            </a:extLst>
          </p:cNvPr>
          <p:cNvSpPr>
            <a:spLocks noGrp="1"/>
          </p:cNvSpPr>
          <p:nvPr>
            <p:ph type="title"/>
          </p:nvPr>
        </p:nvSpPr>
        <p:spPr>
          <a:xfrm>
            <a:off x="228600" y="327671"/>
            <a:ext cx="8686800" cy="838200"/>
          </a:xfrm>
        </p:spPr>
        <p:txBody>
          <a:bodyPr/>
          <a:lstStyle/>
          <a:p>
            <a:r>
              <a:rPr lang="en-US" altLang="ko-KR"/>
              <a:t>Recap</a:t>
            </a:r>
          </a:p>
        </p:txBody>
      </p:sp>
      <p:sp>
        <p:nvSpPr>
          <p:cNvPr id="9" name="TextBox 8">
            <a:extLst>
              <a:ext uri="{FF2B5EF4-FFF2-40B4-BE49-F238E27FC236}">
                <a16:creationId xmlns:a16="http://schemas.microsoft.com/office/drawing/2014/main" id="{11932515-A07D-43CF-8879-1D2F43D9E7EF}"/>
              </a:ext>
            </a:extLst>
          </p:cNvPr>
          <p:cNvSpPr txBox="1"/>
          <p:nvPr/>
        </p:nvSpPr>
        <p:spPr>
          <a:xfrm>
            <a:off x="6420556" y="87868"/>
            <a:ext cx="2628956" cy="369332"/>
          </a:xfrm>
          <a:prstGeom prst="rect">
            <a:avLst/>
          </a:prstGeom>
          <a:noFill/>
        </p:spPr>
        <p:txBody>
          <a:bodyPr wrap="squar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prstClr val="black"/>
                </a:solidFill>
                <a:effectLst/>
                <a:uLnTx/>
                <a:uFillTx/>
                <a:latin typeface="Times New Roman"/>
                <a:ea typeface="맑은 고딕"/>
                <a:cs typeface="+mn-cs"/>
              </a:rPr>
              <a:t>김성수</a:t>
            </a:r>
          </a:p>
        </p:txBody>
      </p:sp>
      <p:pic>
        <p:nvPicPr>
          <p:cNvPr id="10" name="그림 9">
            <a:extLst>
              <a:ext uri="{FF2B5EF4-FFF2-40B4-BE49-F238E27FC236}">
                <a16:creationId xmlns:a16="http://schemas.microsoft.com/office/drawing/2014/main" id="{32F888B8-C6AB-43D6-9C07-1B4F2F1DDD4D}"/>
              </a:ext>
            </a:extLst>
          </p:cNvPr>
          <p:cNvPicPr>
            <a:picLocks noChangeAspect="1"/>
          </p:cNvPicPr>
          <p:nvPr/>
        </p:nvPicPr>
        <p:blipFill>
          <a:blip r:embed="rId3"/>
          <a:stretch>
            <a:fillRect/>
          </a:stretch>
        </p:blipFill>
        <p:spPr>
          <a:xfrm>
            <a:off x="1530047" y="1295400"/>
            <a:ext cx="6204987" cy="1827379"/>
          </a:xfrm>
          <a:prstGeom prst="rect">
            <a:avLst/>
          </a:prstGeom>
        </p:spPr>
      </p:pic>
      <p:sp>
        <p:nvSpPr>
          <p:cNvPr id="12" name="내용 개체 틀 68">
            <a:extLst>
              <a:ext uri="{FF2B5EF4-FFF2-40B4-BE49-F238E27FC236}">
                <a16:creationId xmlns:a16="http://schemas.microsoft.com/office/drawing/2014/main" id="{9F4939CC-D3F2-43AB-BC62-075E1449B6FA}"/>
              </a:ext>
            </a:extLst>
          </p:cNvPr>
          <p:cNvSpPr>
            <a:spLocks noGrp="1"/>
          </p:cNvSpPr>
          <p:nvPr>
            <p:ph idx="1"/>
          </p:nvPr>
        </p:nvSpPr>
        <p:spPr>
          <a:xfrm>
            <a:off x="207672" y="1165871"/>
            <a:ext cx="8686800" cy="5238224"/>
          </a:xfrm>
        </p:spPr>
        <p:txBody>
          <a:bodyPr/>
          <a:lstStyle/>
          <a:p>
            <a:pPr marR="0"/>
            <a:r>
              <a:rPr lang="en-US" altLang="ko-KR" sz="1800" dirty="0">
                <a:latin typeface="Calibri" panose="020F0502020204030204" pitchFamily="34" charset="0"/>
              </a:rPr>
              <a:t>History</a:t>
            </a:r>
          </a:p>
          <a:p>
            <a:pPr marR="0"/>
            <a:endParaRPr lang="en-US" altLang="ko-KR" sz="1800" dirty="0">
              <a:latin typeface="Calibri" panose="020F0502020204030204" pitchFamily="34" charset="0"/>
            </a:endParaRPr>
          </a:p>
          <a:p>
            <a:pPr marR="0"/>
            <a:endParaRPr lang="en-US" altLang="ko-KR" sz="1800" dirty="0">
              <a:latin typeface="Calibri" panose="020F0502020204030204" pitchFamily="34" charset="0"/>
            </a:endParaRPr>
          </a:p>
          <a:p>
            <a:pPr marR="0"/>
            <a:endParaRPr lang="en-US" altLang="ko-KR" sz="1800" dirty="0">
              <a:latin typeface="Calibri" panose="020F0502020204030204" pitchFamily="34" charset="0"/>
            </a:endParaRPr>
          </a:p>
          <a:p>
            <a:pPr marR="0"/>
            <a:endParaRPr lang="en-US" altLang="ko-KR" sz="1800" dirty="0">
              <a:latin typeface="Calibri" panose="020F0502020204030204" pitchFamily="34" charset="0"/>
            </a:endParaRPr>
          </a:p>
          <a:p>
            <a:pPr marR="0"/>
            <a:endParaRPr lang="en-US" altLang="ko-KR" sz="1800" dirty="0">
              <a:latin typeface="Calibri" panose="020F0502020204030204" pitchFamily="34" charset="0"/>
            </a:endParaRPr>
          </a:p>
          <a:p>
            <a:pPr marR="0"/>
            <a:r>
              <a:rPr lang="en-US" altLang="ko-KR" sz="1800" dirty="0">
                <a:latin typeface="Calibri" panose="020F0502020204030204" pitchFamily="34" charset="0"/>
              </a:rPr>
              <a:t>Attention is all you need[4]</a:t>
            </a:r>
          </a:p>
          <a:p>
            <a:pPr marR="0"/>
            <a:endParaRPr lang="en-US" altLang="ko-KR" sz="1800" dirty="0">
              <a:latin typeface="Calibri" panose="020F0502020204030204" pitchFamily="34" charset="0"/>
            </a:endParaRPr>
          </a:p>
          <a:p>
            <a:pPr marR="0"/>
            <a:endParaRPr lang="en-US" altLang="ko-KR" sz="1800" dirty="0">
              <a:latin typeface="Calibri" panose="020F0502020204030204" pitchFamily="34" charset="0"/>
            </a:endParaRPr>
          </a:p>
          <a:p>
            <a:pPr marR="0"/>
            <a:endParaRPr lang="en-US" altLang="ko-KR" sz="1800" dirty="0">
              <a:latin typeface="Calibri" panose="020F0502020204030204" pitchFamily="34" charset="0"/>
            </a:endParaRPr>
          </a:p>
          <a:p>
            <a:pPr marR="0"/>
            <a:endParaRPr lang="en-US" altLang="ko-KR" sz="1800" dirty="0">
              <a:latin typeface="Calibri" panose="020F0502020204030204" pitchFamily="34" charset="0"/>
            </a:endParaRPr>
          </a:p>
          <a:p>
            <a:pPr marR="0"/>
            <a:endParaRPr lang="en-US" altLang="ko-KR" sz="1800" dirty="0">
              <a:latin typeface="Calibri" panose="020F0502020204030204" pitchFamily="34" charset="0"/>
            </a:endParaRPr>
          </a:p>
          <a:p>
            <a:pPr marR="0"/>
            <a:endParaRPr lang="en-US" altLang="ko-KR" sz="1800" dirty="0">
              <a:latin typeface="Calibri" panose="020F0502020204030204" pitchFamily="34" charset="0"/>
            </a:endParaRPr>
          </a:p>
          <a:p>
            <a:pPr marR="0"/>
            <a:endParaRPr lang="en-US" altLang="ko-KR" sz="1800" dirty="0">
              <a:latin typeface="Calibri" panose="020F0502020204030204" pitchFamily="34" charset="0"/>
            </a:endParaRPr>
          </a:p>
          <a:p>
            <a:pPr marR="0"/>
            <a:endParaRPr lang="en-US" altLang="ko-KR" sz="1800" dirty="0">
              <a:latin typeface="Calibri" panose="020F0502020204030204" pitchFamily="34" charset="0"/>
            </a:endParaRPr>
          </a:p>
        </p:txBody>
      </p:sp>
      <p:pic>
        <p:nvPicPr>
          <p:cNvPr id="6" name="그림 5">
            <a:extLst>
              <a:ext uri="{FF2B5EF4-FFF2-40B4-BE49-F238E27FC236}">
                <a16:creationId xmlns:a16="http://schemas.microsoft.com/office/drawing/2014/main" id="{4727E43F-E6E4-4904-BACE-FADB331175AC}"/>
              </a:ext>
            </a:extLst>
          </p:cNvPr>
          <p:cNvPicPr>
            <a:picLocks noChangeAspect="1"/>
          </p:cNvPicPr>
          <p:nvPr/>
        </p:nvPicPr>
        <p:blipFill>
          <a:blip r:embed="rId4"/>
          <a:stretch>
            <a:fillRect/>
          </a:stretch>
        </p:blipFill>
        <p:spPr>
          <a:xfrm>
            <a:off x="4395603" y="3275728"/>
            <a:ext cx="3103808" cy="570855"/>
          </a:xfrm>
          <a:prstGeom prst="rect">
            <a:avLst/>
          </a:prstGeom>
        </p:spPr>
      </p:pic>
      <p:pic>
        <p:nvPicPr>
          <p:cNvPr id="13" name="그림 12">
            <a:extLst>
              <a:ext uri="{FF2B5EF4-FFF2-40B4-BE49-F238E27FC236}">
                <a16:creationId xmlns:a16="http://schemas.microsoft.com/office/drawing/2014/main" id="{A5F320D7-9FB2-4DBB-81CB-E88B870CF17B}"/>
              </a:ext>
            </a:extLst>
          </p:cNvPr>
          <p:cNvPicPr>
            <a:picLocks noChangeAspect="1"/>
          </p:cNvPicPr>
          <p:nvPr/>
        </p:nvPicPr>
        <p:blipFill>
          <a:blip r:embed="rId5"/>
          <a:stretch>
            <a:fillRect/>
          </a:stretch>
        </p:blipFill>
        <p:spPr>
          <a:xfrm>
            <a:off x="395536" y="3501008"/>
            <a:ext cx="2664296" cy="3225889"/>
          </a:xfrm>
          <a:prstGeom prst="rect">
            <a:avLst/>
          </a:prstGeom>
        </p:spPr>
      </p:pic>
      <p:sp>
        <p:nvSpPr>
          <p:cNvPr id="7" name="직사각형 6">
            <a:extLst>
              <a:ext uri="{FF2B5EF4-FFF2-40B4-BE49-F238E27FC236}">
                <a16:creationId xmlns:a16="http://schemas.microsoft.com/office/drawing/2014/main" id="{71E36B4E-E598-4BD8-9651-D315AEBCFD58}"/>
              </a:ext>
            </a:extLst>
          </p:cNvPr>
          <p:cNvSpPr/>
          <p:nvPr/>
        </p:nvSpPr>
        <p:spPr>
          <a:xfrm>
            <a:off x="1275464" y="6437504"/>
            <a:ext cx="360040" cy="14257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TextBox 15">
            <a:extLst>
              <a:ext uri="{FF2B5EF4-FFF2-40B4-BE49-F238E27FC236}">
                <a16:creationId xmlns:a16="http://schemas.microsoft.com/office/drawing/2014/main" id="{190E9304-A05B-4368-BF9A-A338D36BB7D8}"/>
              </a:ext>
            </a:extLst>
          </p:cNvPr>
          <p:cNvSpPr txBox="1"/>
          <p:nvPr/>
        </p:nvSpPr>
        <p:spPr>
          <a:xfrm>
            <a:off x="2339752" y="188640"/>
            <a:ext cx="6048672" cy="769441"/>
          </a:xfrm>
          <a:prstGeom prst="rect">
            <a:avLst/>
          </a:prstGeom>
          <a:noFill/>
        </p:spPr>
        <p:txBody>
          <a:bodyPr wrap="square">
            <a:spAutoFit/>
          </a:bodyPr>
          <a:lstStyle/>
          <a:p>
            <a:pPr lvl="1"/>
            <a:r>
              <a:rPr lang="en-US" altLang="ko-KR" sz="1050">
                <a:solidFill>
                  <a:schemeClr val="tx1"/>
                </a:solidFill>
                <a:latin typeface="Calibri" panose="020F0502020204030204" pitchFamily="34" charset="0"/>
              </a:rPr>
              <a:t>[4] </a:t>
            </a:r>
            <a:r>
              <a:rPr lang="en-US" altLang="ko-KR" sz="1100">
                <a:solidFill>
                  <a:schemeClr val="tx1"/>
                </a:solidFill>
                <a:latin typeface="Calibri" panose="020F0502020204030204" pitchFamily="34" charset="0"/>
              </a:rPr>
              <a:t>A. Vaswani</a:t>
            </a:r>
            <a:r>
              <a:rPr lang="en-US" altLang="ko-KR" sz="1100" i="1">
                <a:solidFill>
                  <a:schemeClr val="tx1"/>
                </a:solidFill>
                <a:latin typeface="Calibri" panose="020F0502020204030204" pitchFamily="34" charset="0"/>
              </a:rPr>
              <a:t> et al., "Attention is all you need," in Advances in neural information processing systems, 2017, pp. 5998-6008. </a:t>
            </a:r>
          </a:p>
          <a:p>
            <a:pPr lvl="1"/>
            <a:r>
              <a:rPr lang="en-US" altLang="ko-KR" sz="1100">
                <a:latin typeface="Calibri" panose="020F0502020204030204" pitchFamily="34" charset="0"/>
              </a:rPr>
              <a:t>[5]</a:t>
            </a:r>
            <a:r>
              <a:rPr lang="en-US" altLang="ko-KR" sz="1100"/>
              <a:t> </a:t>
            </a:r>
            <a:r>
              <a:rPr lang="en-US" altLang="ko-KR" sz="1100">
                <a:latin typeface="Calibri" panose="020F0502020204030204" pitchFamily="34" charset="0"/>
                <a:cs typeface="Calibri" panose="020F0502020204030204" pitchFamily="34" charset="0"/>
              </a:rPr>
              <a:t>T. Mikolov, K. Chen, G. Corrado, and J. Dean, "Efficient estimation of word representations in vector space," </a:t>
            </a:r>
            <a:r>
              <a:rPr lang="en-US" altLang="ko-KR" sz="1100" i="1">
                <a:latin typeface="Calibri" panose="020F0502020204030204" pitchFamily="34" charset="0"/>
                <a:cs typeface="Calibri" panose="020F0502020204030204" pitchFamily="34" charset="0"/>
              </a:rPr>
              <a:t>arXiv preprint arXiv:1301.3781, 2013. </a:t>
            </a:r>
            <a:r>
              <a:rPr lang="en-US" altLang="ko-KR" sz="1100">
                <a:latin typeface="Calibri" panose="020F0502020204030204" pitchFamily="34" charset="0"/>
                <a:cs typeface="Calibri" panose="020F0502020204030204" pitchFamily="34" charset="0"/>
              </a:rPr>
              <a:t>(Word2Vec)</a:t>
            </a:r>
          </a:p>
        </p:txBody>
      </p:sp>
      <p:cxnSp>
        <p:nvCxnSpPr>
          <p:cNvPr id="17" name="직선 연결선 16">
            <a:extLst>
              <a:ext uri="{FF2B5EF4-FFF2-40B4-BE49-F238E27FC236}">
                <a16:creationId xmlns:a16="http://schemas.microsoft.com/office/drawing/2014/main" id="{9BAAD1FA-7CFB-42B4-81B9-9D2CCC928F83}"/>
              </a:ext>
            </a:extLst>
          </p:cNvPr>
          <p:cNvCxnSpPr>
            <a:cxnSpLocks/>
          </p:cNvCxnSpPr>
          <p:nvPr/>
        </p:nvCxnSpPr>
        <p:spPr>
          <a:xfrm flipV="1">
            <a:off x="1631890" y="3288795"/>
            <a:ext cx="2678537" cy="3148710"/>
          </a:xfrm>
          <a:prstGeom prst="line">
            <a:avLst/>
          </a:prstGeom>
          <a:ln>
            <a:solidFill>
              <a:srgbClr val="FF0000"/>
            </a:solidFill>
            <a:prstDash val="sysDot"/>
          </a:ln>
        </p:spPr>
        <p:style>
          <a:lnRef idx="1">
            <a:schemeClr val="dk1"/>
          </a:lnRef>
          <a:fillRef idx="0">
            <a:schemeClr val="dk1"/>
          </a:fillRef>
          <a:effectRef idx="0">
            <a:schemeClr val="dk1"/>
          </a:effectRef>
          <a:fontRef idx="minor">
            <a:schemeClr val="tx1"/>
          </a:fontRef>
        </p:style>
      </p:cxnSp>
      <p:cxnSp>
        <p:nvCxnSpPr>
          <p:cNvPr id="20" name="직선 연결선 19">
            <a:extLst>
              <a:ext uri="{FF2B5EF4-FFF2-40B4-BE49-F238E27FC236}">
                <a16:creationId xmlns:a16="http://schemas.microsoft.com/office/drawing/2014/main" id="{A0E5893E-A71B-4C3C-A2EB-BEFD52F415EB}"/>
              </a:ext>
            </a:extLst>
          </p:cNvPr>
          <p:cNvCxnSpPr>
            <a:cxnSpLocks/>
          </p:cNvCxnSpPr>
          <p:nvPr/>
        </p:nvCxnSpPr>
        <p:spPr>
          <a:xfrm flipV="1">
            <a:off x="1631890" y="3846583"/>
            <a:ext cx="2678537" cy="2733500"/>
          </a:xfrm>
          <a:prstGeom prst="line">
            <a:avLst/>
          </a:prstGeom>
          <a:ln>
            <a:solidFill>
              <a:srgbClr val="FF0000"/>
            </a:solidFill>
            <a:prstDash val="sysDot"/>
          </a:ln>
        </p:spPr>
        <p:style>
          <a:lnRef idx="1">
            <a:schemeClr val="accent1"/>
          </a:lnRef>
          <a:fillRef idx="0">
            <a:schemeClr val="accent1"/>
          </a:fillRef>
          <a:effectRef idx="0">
            <a:schemeClr val="accent1"/>
          </a:effectRef>
          <a:fontRef idx="minor">
            <a:schemeClr val="tx1"/>
          </a:fontRef>
        </p:style>
      </p:cxnSp>
      <p:sp>
        <p:nvSpPr>
          <p:cNvPr id="21" name="직사각형 20">
            <a:extLst>
              <a:ext uri="{FF2B5EF4-FFF2-40B4-BE49-F238E27FC236}">
                <a16:creationId xmlns:a16="http://schemas.microsoft.com/office/drawing/2014/main" id="{772BC687-ED13-44F4-BCE3-C284C76E0D39}"/>
              </a:ext>
            </a:extLst>
          </p:cNvPr>
          <p:cNvSpPr/>
          <p:nvPr/>
        </p:nvSpPr>
        <p:spPr>
          <a:xfrm>
            <a:off x="4310427" y="3288795"/>
            <a:ext cx="3312368" cy="54265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FF0000"/>
              </a:solidFill>
            </a:endParaRPr>
          </a:p>
        </p:txBody>
      </p:sp>
      <p:sp>
        <p:nvSpPr>
          <p:cNvPr id="23" name="TextBox 22">
            <a:extLst>
              <a:ext uri="{FF2B5EF4-FFF2-40B4-BE49-F238E27FC236}">
                <a16:creationId xmlns:a16="http://schemas.microsoft.com/office/drawing/2014/main" id="{984BD9E9-A10E-41A3-A60E-68DE59CDE7DF}"/>
              </a:ext>
            </a:extLst>
          </p:cNvPr>
          <p:cNvSpPr txBox="1"/>
          <p:nvPr/>
        </p:nvSpPr>
        <p:spPr>
          <a:xfrm>
            <a:off x="4253032" y="3861993"/>
            <a:ext cx="1512168" cy="369332"/>
          </a:xfrm>
          <a:prstGeom prst="rect">
            <a:avLst/>
          </a:prstGeom>
          <a:noFill/>
        </p:spPr>
        <p:txBody>
          <a:bodyPr wrap="square" rtlCol="0">
            <a:spAutoFit/>
          </a:bodyPr>
          <a:lstStyle/>
          <a:p>
            <a:r>
              <a:rPr lang="en-US" altLang="ko-KR"/>
              <a:t>Word2Vec[5]</a:t>
            </a:r>
            <a:endParaRPr lang="ko-KR" altLang="en-US"/>
          </a:p>
        </p:txBody>
      </p:sp>
      <p:sp>
        <p:nvSpPr>
          <p:cNvPr id="28" name="TextBox 27">
            <a:extLst>
              <a:ext uri="{FF2B5EF4-FFF2-40B4-BE49-F238E27FC236}">
                <a16:creationId xmlns:a16="http://schemas.microsoft.com/office/drawing/2014/main" id="{30B414AB-D39C-4BBE-BCF8-7180A3297917}"/>
              </a:ext>
            </a:extLst>
          </p:cNvPr>
          <p:cNvSpPr txBox="1"/>
          <p:nvPr/>
        </p:nvSpPr>
        <p:spPr>
          <a:xfrm>
            <a:off x="4330958" y="6045101"/>
            <a:ext cx="4573978" cy="600164"/>
          </a:xfrm>
          <a:prstGeom prst="rect">
            <a:avLst/>
          </a:prstGeom>
          <a:noFill/>
        </p:spPr>
        <p:txBody>
          <a:bodyPr wrap="square">
            <a:spAutoFit/>
          </a:bodyPr>
          <a:lstStyle/>
          <a:p>
            <a:r>
              <a:rPr lang="en-US" altLang="ko-KR" sz="1100" b="0" i="0">
                <a:solidFill>
                  <a:srgbClr val="222222"/>
                </a:solidFill>
                <a:effectLst/>
                <a:latin typeface="Helvetica" panose="020B0604020202020204" pitchFamily="34" charset="0"/>
              </a:rPr>
              <a:t>Word2Vec showed that </a:t>
            </a:r>
            <a:r>
              <a:rPr lang="en-US" altLang="ko-KR" sz="1100" b="0" i="0">
                <a:solidFill>
                  <a:srgbClr val="FF0000"/>
                </a:solidFill>
                <a:effectLst/>
                <a:latin typeface="Helvetica" panose="020B0604020202020204" pitchFamily="34" charset="0"/>
              </a:rPr>
              <a:t>we can use a vector (a list of numbers)</a:t>
            </a:r>
            <a:r>
              <a:rPr lang="en-US" altLang="ko-KR" sz="1100" b="0" i="0">
                <a:solidFill>
                  <a:srgbClr val="222222"/>
                </a:solidFill>
                <a:effectLst/>
                <a:latin typeface="Helvetica" panose="020B0604020202020204" pitchFamily="34" charset="0"/>
              </a:rPr>
              <a:t> to properly represent words in a way that captures </a:t>
            </a:r>
            <a:r>
              <a:rPr lang="en-US" altLang="ko-KR" sz="1100" b="0" i="1">
                <a:solidFill>
                  <a:srgbClr val="FF0000"/>
                </a:solidFill>
                <a:effectLst/>
                <a:latin typeface="Helvetica" panose="020B0604020202020204" pitchFamily="34" charset="0"/>
              </a:rPr>
              <a:t>semantic</a:t>
            </a:r>
            <a:r>
              <a:rPr lang="en-US" altLang="ko-KR" sz="1100" b="0" i="0">
                <a:solidFill>
                  <a:srgbClr val="FF0000"/>
                </a:solidFill>
                <a:effectLst/>
                <a:latin typeface="Helvetica" panose="020B0604020202020204" pitchFamily="34" charset="0"/>
              </a:rPr>
              <a:t> or meaning-related relationships</a:t>
            </a:r>
            <a:endParaRPr lang="ko-KR" altLang="en-US" sz="1100">
              <a:solidFill>
                <a:srgbClr val="FF0000"/>
              </a:solidFill>
            </a:endParaRPr>
          </a:p>
        </p:txBody>
      </p:sp>
      <p:pic>
        <p:nvPicPr>
          <p:cNvPr id="3" name="그림 2">
            <a:extLst>
              <a:ext uri="{FF2B5EF4-FFF2-40B4-BE49-F238E27FC236}">
                <a16:creationId xmlns:a16="http://schemas.microsoft.com/office/drawing/2014/main" id="{453891EE-8AF9-470D-B392-948B5CF3B8B4}"/>
              </a:ext>
            </a:extLst>
          </p:cNvPr>
          <p:cNvPicPr>
            <a:picLocks noChangeAspect="1"/>
          </p:cNvPicPr>
          <p:nvPr/>
        </p:nvPicPr>
        <p:blipFill>
          <a:blip r:embed="rId6"/>
          <a:stretch>
            <a:fillRect/>
          </a:stretch>
        </p:blipFill>
        <p:spPr>
          <a:xfrm>
            <a:off x="5928838" y="3861439"/>
            <a:ext cx="2823419" cy="2183662"/>
          </a:xfrm>
          <a:prstGeom prst="rect">
            <a:avLst/>
          </a:prstGeom>
        </p:spPr>
      </p:pic>
    </p:spTree>
    <p:extLst>
      <p:ext uri="{BB962C8B-B14F-4D97-AF65-F5344CB8AC3E}">
        <p14:creationId xmlns:p14="http://schemas.microsoft.com/office/powerpoint/2010/main" val="21542489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F6AF8C84-D71B-418C-8105-F46100185E82}"/>
              </a:ext>
            </a:extLst>
          </p:cNvPr>
          <p:cNvSpPr>
            <a:spLocks noGrp="1"/>
          </p:cNvSpPr>
          <p:nvPr>
            <p:ph type="title"/>
          </p:nvPr>
        </p:nvSpPr>
        <p:spPr>
          <a:xfrm>
            <a:off x="228600" y="327671"/>
            <a:ext cx="8686800" cy="838200"/>
          </a:xfrm>
        </p:spPr>
        <p:txBody>
          <a:bodyPr/>
          <a:lstStyle/>
          <a:p>
            <a:r>
              <a:rPr lang="en-US" altLang="ko-KR"/>
              <a:t>Seq2Seq[1]</a:t>
            </a:r>
            <a:endParaRPr lang="ko-KR" altLang="en-US" dirty="0"/>
          </a:p>
        </p:txBody>
      </p:sp>
      <p:sp>
        <p:nvSpPr>
          <p:cNvPr id="69" name="내용 개체 틀 68">
            <a:extLst>
              <a:ext uri="{FF2B5EF4-FFF2-40B4-BE49-F238E27FC236}">
                <a16:creationId xmlns:a16="http://schemas.microsoft.com/office/drawing/2014/main" id="{56656ED1-D8C9-409D-9371-34A8CF7BDB34}"/>
              </a:ext>
            </a:extLst>
          </p:cNvPr>
          <p:cNvSpPr>
            <a:spLocks noGrp="1"/>
          </p:cNvSpPr>
          <p:nvPr>
            <p:ph idx="1"/>
          </p:nvPr>
        </p:nvSpPr>
        <p:spPr>
          <a:xfrm>
            <a:off x="228600" y="1165871"/>
            <a:ext cx="8686800" cy="5238224"/>
          </a:xfrm>
        </p:spPr>
        <p:txBody>
          <a:bodyPr/>
          <a:lstStyle/>
          <a:p>
            <a:pPr marR="0"/>
            <a:r>
              <a:rPr lang="en-US" altLang="ko-KR" sz="1800">
                <a:latin typeface="Calibri" panose="020F0502020204030204" pitchFamily="34" charset="0"/>
              </a:rPr>
              <a:t>Introduced for the first time in 2014 by Google</a:t>
            </a:r>
          </a:p>
          <a:p>
            <a:pPr marR="0"/>
            <a:r>
              <a:rPr lang="en-US" altLang="ko-KR" sz="1800">
                <a:solidFill>
                  <a:srgbClr val="FF0000"/>
                </a:solidFill>
                <a:latin typeface="Calibri" panose="020F0502020204030204" pitchFamily="34" charset="0"/>
              </a:rPr>
              <a:t>Task : Machine translation</a:t>
            </a:r>
          </a:p>
          <a:p>
            <a:pPr marR="0"/>
            <a:r>
              <a:rPr lang="en-US" altLang="ko-KR" sz="1800">
                <a:latin typeface="Calibri" panose="020F0502020204030204" pitchFamily="34" charset="0"/>
              </a:rPr>
              <a:t>Fixed – length input with a fixed-length output </a:t>
            </a:r>
          </a:p>
          <a:p>
            <a:pPr marR="0"/>
            <a:r>
              <a:rPr lang="en-US" altLang="ko-KR" sz="1800">
                <a:solidFill>
                  <a:srgbClr val="FF0000"/>
                </a:solidFill>
                <a:latin typeface="Calibri" panose="020F0502020204030204" pitchFamily="34" charset="0"/>
              </a:rPr>
              <a:t>Encoder-Decoder model</a:t>
            </a:r>
          </a:p>
          <a:p>
            <a:pPr lvl="1"/>
            <a:r>
              <a:rPr lang="en-US" altLang="ko-KR" sz="1400">
                <a:solidFill>
                  <a:srgbClr val="FF0000"/>
                </a:solidFill>
                <a:latin typeface="Calibri" panose="020F0502020204030204" pitchFamily="34" charset="0"/>
              </a:rPr>
              <a:t> </a:t>
            </a:r>
            <a:r>
              <a:rPr lang="en-US" altLang="ko-KR" sz="1400">
                <a:solidFill>
                  <a:schemeClr val="tx1"/>
                </a:solidFill>
                <a:latin typeface="Calibri" panose="020F0502020204030204" pitchFamily="34" charset="0"/>
              </a:rPr>
              <a:t>Encoder : Stack of RNN(LSTM, GRU)</a:t>
            </a:r>
          </a:p>
          <a:p>
            <a:pPr lvl="1"/>
            <a:r>
              <a:rPr lang="en-US" altLang="ko-KR" sz="1400">
                <a:solidFill>
                  <a:schemeClr val="tx1"/>
                </a:solidFill>
                <a:latin typeface="Calibri" panose="020F0502020204030204" pitchFamily="34" charset="0"/>
              </a:rPr>
              <a:t> Decoder : Stack</a:t>
            </a:r>
            <a:r>
              <a:rPr lang="ko-KR" altLang="en-US" sz="1400">
                <a:solidFill>
                  <a:schemeClr val="tx1"/>
                </a:solidFill>
                <a:latin typeface="Calibri" panose="020F0502020204030204" pitchFamily="34" charset="0"/>
              </a:rPr>
              <a:t> </a:t>
            </a:r>
            <a:r>
              <a:rPr lang="en-US" altLang="ko-KR" sz="1400">
                <a:solidFill>
                  <a:schemeClr val="tx1"/>
                </a:solidFill>
                <a:latin typeface="Calibri" panose="020F0502020204030204" pitchFamily="34" charset="0"/>
              </a:rPr>
              <a:t>of</a:t>
            </a:r>
            <a:r>
              <a:rPr lang="ko-KR" altLang="en-US" sz="1400">
                <a:solidFill>
                  <a:schemeClr val="tx1"/>
                </a:solidFill>
                <a:latin typeface="Calibri" panose="020F0502020204030204" pitchFamily="34" charset="0"/>
              </a:rPr>
              <a:t> </a:t>
            </a:r>
            <a:r>
              <a:rPr lang="en-US" altLang="ko-KR" sz="1400">
                <a:solidFill>
                  <a:schemeClr val="tx1"/>
                </a:solidFill>
                <a:latin typeface="Calibri" panose="020F0502020204030204" pitchFamily="34" charset="0"/>
              </a:rPr>
              <a:t>RNN(Decodes context vector from encoder)</a:t>
            </a:r>
            <a:endParaRPr lang="en-US" altLang="ko-KR" sz="1400">
              <a:solidFill>
                <a:srgbClr val="FF0000"/>
              </a:solidFill>
              <a:latin typeface="Calibri" panose="020F0502020204030204" pitchFamily="34" charset="0"/>
            </a:endParaRPr>
          </a:p>
          <a:p>
            <a:pPr marR="0"/>
            <a:endParaRPr lang="en-US" altLang="ko-KR" sz="1800" i="1">
              <a:latin typeface="Calibri" panose="020F0502020204030204" pitchFamily="34" charset="0"/>
            </a:endParaRPr>
          </a:p>
          <a:p>
            <a:pPr marR="0"/>
            <a:endParaRPr lang="en-US" altLang="ko-KR" sz="1800" i="1">
              <a:latin typeface="Calibri" panose="020F0502020204030204" pitchFamily="34" charset="0"/>
            </a:endParaRPr>
          </a:p>
          <a:p>
            <a:pPr marR="0"/>
            <a:endParaRPr lang="en-US" altLang="ko-KR" sz="1800" i="1">
              <a:latin typeface="Calibri" panose="020F0502020204030204" pitchFamily="34" charset="0"/>
            </a:endParaRPr>
          </a:p>
        </p:txBody>
      </p:sp>
      <p:sp>
        <p:nvSpPr>
          <p:cNvPr id="9" name="TextBox 8">
            <a:extLst>
              <a:ext uri="{FF2B5EF4-FFF2-40B4-BE49-F238E27FC236}">
                <a16:creationId xmlns:a16="http://schemas.microsoft.com/office/drawing/2014/main" id="{11932515-A07D-43CF-8879-1D2F43D9E7EF}"/>
              </a:ext>
            </a:extLst>
          </p:cNvPr>
          <p:cNvSpPr txBox="1"/>
          <p:nvPr/>
        </p:nvSpPr>
        <p:spPr>
          <a:xfrm>
            <a:off x="6420556" y="87868"/>
            <a:ext cx="2628956" cy="369332"/>
          </a:xfrm>
          <a:prstGeom prst="rect">
            <a:avLst/>
          </a:prstGeom>
          <a:noFill/>
        </p:spPr>
        <p:txBody>
          <a:bodyPr wrap="squar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prstClr val="black"/>
                </a:solidFill>
                <a:effectLst/>
                <a:uLnTx/>
                <a:uFillTx/>
                <a:latin typeface="Times New Roman"/>
                <a:ea typeface="맑은 고딕"/>
                <a:cs typeface="+mn-cs"/>
              </a:rPr>
              <a:t>김성수</a:t>
            </a:r>
          </a:p>
        </p:txBody>
      </p:sp>
      <p:sp>
        <p:nvSpPr>
          <p:cNvPr id="13" name="TextBox 12">
            <a:extLst>
              <a:ext uri="{FF2B5EF4-FFF2-40B4-BE49-F238E27FC236}">
                <a16:creationId xmlns:a16="http://schemas.microsoft.com/office/drawing/2014/main" id="{1BCECE76-907A-4247-AC83-70B30F26E886}"/>
              </a:ext>
            </a:extLst>
          </p:cNvPr>
          <p:cNvSpPr txBox="1"/>
          <p:nvPr/>
        </p:nvSpPr>
        <p:spPr>
          <a:xfrm>
            <a:off x="3635896" y="112228"/>
            <a:ext cx="4573978" cy="584775"/>
          </a:xfrm>
          <a:prstGeom prst="rect">
            <a:avLst/>
          </a:prstGeom>
          <a:noFill/>
        </p:spPr>
        <p:txBody>
          <a:bodyPr wrap="square">
            <a:spAutoFit/>
          </a:bodyPr>
          <a:lstStyle/>
          <a:p>
            <a:pPr lvl="1"/>
            <a:r>
              <a:rPr lang="en-US" altLang="ko-KR" sz="1000">
                <a:latin typeface="Calibri" panose="020F0502020204030204" pitchFamily="34" charset="0"/>
              </a:rPr>
              <a:t>[1]</a:t>
            </a:r>
            <a:r>
              <a:rPr lang="en-US" altLang="ko-KR" sz="1100">
                <a:latin typeface="Calibri" panose="020F0502020204030204" pitchFamily="34" charset="0"/>
              </a:rPr>
              <a:t> </a:t>
            </a:r>
            <a:r>
              <a:rPr lang="en-US" altLang="ko-KR" sz="1050">
                <a:latin typeface="Calibri" panose="020F0502020204030204" pitchFamily="34" charset="0"/>
              </a:rPr>
              <a:t>I. Sutskever, O. Vinyals, and Q. V. Le, "Sequence to sequence learning with neural networks," in </a:t>
            </a:r>
            <a:r>
              <a:rPr lang="en-US" altLang="ko-KR" sz="1050" i="1">
                <a:latin typeface="Calibri" panose="020F0502020204030204" pitchFamily="34" charset="0"/>
              </a:rPr>
              <a:t>Advances in neural information processing systems, 2014, pp. 3104-3112. </a:t>
            </a:r>
          </a:p>
        </p:txBody>
      </p:sp>
      <p:pic>
        <p:nvPicPr>
          <p:cNvPr id="19" name="그림 18">
            <a:extLst>
              <a:ext uri="{FF2B5EF4-FFF2-40B4-BE49-F238E27FC236}">
                <a16:creationId xmlns:a16="http://schemas.microsoft.com/office/drawing/2014/main" id="{795DDC06-FF90-47CC-8583-BAD0ED2A99BC}"/>
              </a:ext>
            </a:extLst>
          </p:cNvPr>
          <p:cNvPicPr>
            <a:picLocks noChangeAspect="1"/>
          </p:cNvPicPr>
          <p:nvPr/>
        </p:nvPicPr>
        <p:blipFill>
          <a:blip r:embed="rId3"/>
          <a:stretch>
            <a:fillRect/>
          </a:stretch>
        </p:blipFill>
        <p:spPr>
          <a:xfrm>
            <a:off x="1547664" y="3068960"/>
            <a:ext cx="5976663" cy="2918215"/>
          </a:xfrm>
          <a:prstGeom prst="rect">
            <a:avLst/>
          </a:prstGeom>
        </p:spPr>
      </p:pic>
    </p:spTree>
    <p:extLst>
      <p:ext uri="{BB962C8B-B14F-4D97-AF65-F5344CB8AC3E}">
        <p14:creationId xmlns:p14="http://schemas.microsoft.com/office/powerpoint/2010/main" val="30205810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F6AF8C84-D71B-418C-8105-F46100185E82}"/>
              </a:ext>
            </a:extLst>
          </p:cNvPr>
          <p:cNvSpPr>
            <a:spLocks noGrp="1"/>
          </p:cNvSpPr>
          <p:nvPr>
            <p:ph type="title"/>
          </p:nvPr>
        </p:nvSpPr>
        <p:spPr>
          <a:xfrm>
            <a:off x="228600" y="327671"/>
            <a:ext cx="8686800" cy="838200"/>
          </a:xfrm>
        </p:spPr>
        <p:txBody>
          <a:bodyPr/>
          <a:lstStyle/>
          <a:p>
            <a:r>
              <a:rPr lang="en-US" altLang="ko-KR"/>
              <a:t>Seq2Seq[1]</a:t>
            </a:r>
            <a:endParaRPr lang="ko-KR" altLang="en-US" dirty="0"/>
          </a:p>
        </p:txBody>
      </p:sp>
      <p:sp>
        <p:nvSpPr>
          <p:cNvPr id="69" name="내용 개체 틀 68">
            <a:extLst>
              <a:ext uri="{FF2B5EF4-FFF2-40B4-BE49-F238E27FC236}">
                <a16:creationId xmlns:a16="http://schemas.microsoft.com/office/drawing/2014/main" id="{56656ED1-D8C9-409D-9371-34A8CF7BDB34}"/>
              </a:ext>
            </a:extLst>
          </p:cNvPr>
          <p:cNvSpPr>
            <a:spLocks noGrp="1"/>
          </p:cNvSpPr>
          <p:nvPr>
            <p:ph idx="1"/>
          </p:nvPr>
        </p:nvSpPr>
        <p:spPr>
          <a:xfrm>
            <a:off x="228600" y="1165871"/>
            <a:ext cx="8686800" cy="5238224"/>
          </a:xfrm>
        </p:spPr>
        <p:txBody>
          <a:bodyPr/>
          <a:lstStyle/>
          <a:p>
            <a:pPr marR="0"/>
            <a:r>
              <a:rPr lang="en-US" altLang="ko-KR" sz="1800">
                <a:latin typeface="Calibri" panose="020F0502020204030204" pitchFamily="34" charset="0"/>
              </a:rPr>
              <a:t>Introduced for the first time in 2014 by Google</a:t>
            </a:r>
          </a:p>
          <a:p>
            <a:pPr marR="0"/>
            <a:r>
              <a:rPr lang="en-US" altLang="ko-KR" sz="1800">
                <a:solidFill>
                  <a:srgbClr val="FF0000"/>
                </a:solidFill>
                <a:latin typeface="Calibri" panose="020F0502020204030204" pitchFamily="34" charset="0"/>
              </a:rPr>
              <a:t>Task : Machine translation</a:t>
            </a:r>
          </a:p>
          <a:p>
            <a:pPr marR="0"/>
            <a:r>
              <a:rPr lang="en-US" altLang="ko-KR" sz="1800">
                <a:latin typeface="Calibri" panose="020F0502020204030204" pitchFamily="34" charset="0"/>
              </a:rPr>
              <a:t>Fixed – length input with a fixed-length output</a:t>
            </a:r>
          </a:p>
          <a:p>
            <a:pPr lvl="1"/>
            <a:r>
              <a:rPr lang="en-US" altLang="ko-KR" sz="1400">
                <a:latin typeface="Calibri" panose="020F0502020204030204" pitchFamily="34" charset="0"/>
              </a:rPr>
              <a:t>Model can map sequences of different lengths to each other</a:t>
            </a:r>
          </a:p>
          <a:p>
            <a:pPr marR="0"/>
            <a:r>
              <a:rPr lang="en-US" altLang="ko-KR" sz="1800">
                <a:solidFill>
                  <a:srgbClr val="FF0000"/>
                </a:solidFill>
                <a:latin typeface="Calibri" panose="020F0502020204030204" pitchFamily="34" charset="0"/>
              </a:rPr>
              <a:t>Encoder-Decoder model</a:t>
            </a:r>
          </a:p>
          <a:p>
            <a:pPr marR="0"/>
            <a:endParaRPr lang="en-US" altLang="ko-KR" sz="1800">
              <a:solidFill>
                <a:srgbClr val="FF0000"/>
              </a:solidFill>
              <a:latin typeface="Calibri" panose="020F0502020204030204" pitchFamily="34" charset="0"/>
            </a:endParaRPr>
          </a:p>
          <a:p>
            <a:pPr marR="0"/>
            <a:endParaRPr lang="en-US" altLang="ko-KR" sz="1800">
              <a:solidFill>
                <a:srgbClr val="FF0000"/>
              </a:solidFill>
              <a:latin typeface="Calibri" panose="020F0502020204030204" pitchFamily="34" charset="0"/>
            </a:endParaRPr>
          </a:p>
          <a:p>
            <a:pPr marR="0"/>
            <a:endParaRPr lang="en-US" altLang="ko-KR" sz="1800">
              <a:solidFill>
                <a:srgbClr val="FF0000"/>
              </a:solidFill>
              <a:latin typeface="Calibri" panose="020F0502020204030204" pitchFamily="34" charset="0"/>
            </a:endParaRPr>
          </a:p>
          <a:p>
            <a:pPr marR="0"/>
            <a:endParaRPr lang="en-US" altLang="ko-KR" sz="1800">
              <a:solidFill>
                <a:srgbClr val="FF0000"/>
              </a:solidFill>
              <a:latin typeface="Calibri" panose="020F0502020204030204" pitchFamily="34" charset="0"/>
            </a:endParaRPr>
          </a:p>
          <a:p>
            <a:pPr marR="0"/>
            <a:endParaRPr lang="en-US" altLang="ko-KR" sz="1800">
              <a:solidFill>
                <a:srgbClr val="FF0000"/>
              </a:solidFill>
              <a:latin typeface="Calibri" panose="020F0502020204030204" pitchFamily="34" charset="0"/>
            </a:endParaRPr>
          </a:p>
          <a:p>
            <a:pPr marR="0"/>
            <a:endParaRPr lang="en-US" altLang="ko-KR" sz="1800">
              <a:solidFill>
                <a:srgbClr val="FF0000"/>
              </a:solidFill>
              <a:latin typeface="Calibri" panose="020F0502020204030204" pitchFamily="34" charset="0"/>
            </a:endParaRPr>
          </a:p>
          <a:p>
            <a:pPr marR="0"/>
            <a:endParaRPr lang="en-US" altLang="ko-KR" sz="1800">
              <a:solidFill>
                <a:srgbClr val="FF0000"/>
              </a:solidFill>
              <a:latin typeface="Calibri" panose="020F0502020204030204" pitchFamily="34" charset="0"/>
            </a:endParaRPr>
          </a:p>
          <a:p>
            <a:pPr marR="0"/>
            <a:r>
              <a:rPr lang="en-US" altLang="ko-KR" sz="1400" b="1" i="1">
                <a:solidFill>
                  <a:srgbClr val="292929"/>
                </a:solidFill>
                <a:effectLst/>
                <a:latin typeface="Charter"/>
              </a:rPr>
              <a:t>What if the input sentence is long, can </a:t>
            </a:r>
            <a:r>
              <a:rPr lang="en-US" altLang="ko-KR" sz="1400" b="1" i="1">
                <a:solidFill>
                  <a:srgbClr val="FF0000"/>
                </a:solidFill>
                <a:effectLst/>
                <a:latin typeface="Charter"/>
              </a:rPr>
              <a:t>a single vector from the encoder hold all the relevant information </a:t>
            </a:r>
            <a:r>
              <a:rPr lang="en-US" altLang="ko-KR" sz="1400" b="1" i="1">
                <a:solidFill>
                  <a:srgbClr val="292929"/>
                </a:solidFill>
                <a:effectLst/>
                <a:latin typeface="Charter"/>
              </a:rPr>
              <a:t>to provide to the decoder?</a:t>
            </a:r>
          </a:p>
          <a:p>
            <a:pPr marR="0"/>
            <a:r>
              <a:rPr lang="en-US" altLang="ko-KR" sz="1400" b="1" i="1">
                <a:solidFill>
                  <a:srgbClr val="FF0000"/>
                </a:solidFill>
                <a:effectLst/>
                <a:latin typeface="Charter"/>
              </a:rPr>
              <a:t>Is it possible to focus on a few relevant words in a sentence </a:t>
            </a:r>
            <a:r>
              <a:rPr lang="en-US" altLang="ko-KR" sz="1400" b="1" i="1">
                <a:solidFill>
                  <a:srgbClr val="292929"/>
                </a:solidFill>
                <a:effectLst/>
                <a:latin typeface="Charter"/>
              </a:rPr>
              <a:t>when predicting the target word rather than a single vector holding the information about the entire sentence?</a:t>
            </a:r>
            <a:endParaRPr lang="en-US" altLang="ko-KR" sz="1800">
              <a:solidFill>
                <a:srgbClr val="FF0000"/>
              </a:solidFill>
              <a:latin typeface="Calibri" panose="020F0502020204030204" pitchFamily="34" charset="0"/>
            </a:endParaRPr>
          </a:p>
          <a:p>
            <a:pPr lvl="1"/>
            <a:endParaRPr lang="en-US" altLang="ko-KR" sz="1400">
              <a:solidFill>
                <a:srgbClr val="FF0000"/>
              </a:solidFill>
              <a:latin typeface="Calibri" panose="020F0502020204030204" pitchFamily="34" charset="0"/>
            </a:endParaRPr>
          </a:p>
          <a:p>
            <a:pPr marR="0"/>
            <a:endParaRPr lang="en-US" altLang="ko-KR" sz="1800" i="1">
              <a:latin typeface="Calibri" panose="020F0502020204030204" pitchFamily="34" charset="0"/>
            </a:endParaRPr>
          </a:p>
          <a:p>
            <a:pPr marR="0"/>
            <a:endParaRPr lang="en-US" altLang="ko-KR" sz="1800" i="1">
              <a:latin typeface="Calibri" panose="020F0502020204030204" pitchFamily="34" charset="0"/>
            </a:endParaRPr>
          </a:p>
          <a:p>
            <a:pPr marR="0"/>
            <a:endParaRPr lang="en-US" altLang="ko-KR" sz="1800" i="1">
              <a:latin typeface="Calibri" panose="020F0502020204030204" pitchFamily="34" charset="0"/>
            </a:endParaRPr>
          </a:p>
        </p:txBody>
      </p:sp>
      <p:sp>
        <p:nvSpPr>
          <p:cNvPr id="9" name="TextBox 8">
            <a:extLst>
              <a:ext uri="{FF2B5EF4-FFF2-40B4-BE49-F238E27FC236}">
                <a16:creationId xmlns:a16="http://schemas.microsoft.com/office/drawing/2014/main" id="{11932515-A07D-43CF-8879-1D2F43D9E7EF}"/>
              </a:ext>
            </a:extLst>
          </p:cNvPr>
          <p:cNvSpPr txBox="1"/>
          <p:nvPr/>
        </p:nvSpPr>
        <p:spPr>
          <a:xfrm>
            <a:off x="6420556" y="87868"/>
            <a:ext cx="2628956" cy="369332"/>
          </a:xfrm>
          <a:prstGeom prst="rect">
            <a:avLst/>
          </a:prstGeom>
          <a:noFill/>
        </p:spPr>
        <p:txBody>
          <a:bodyPr wrap="squar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prstClr val="black"/>
                </a:solidFill>
                <a:effectLst/>
                <a:uLnTx/>
                <a:uFillTx/>
                <a:latin typeface="Times New Roman"/>
                <a:ea typeface="맑은 고딕"/>
                <a:cs typeface="+mn-cs"/>
              </a:rPr>
              <a:t>김성수</a:t>
            </a:r>
          </a:p>
        </p:txBody>
      </p:sp>
      <p:sp>
        <p:nvSpPr>
          <p:cNvPr id="13" name="TextBox 12">
            <a:extLst>
              <a:ext uri="{FF2B5EF4-FFF2-40B4-BE49-F238E27FC236}">
                <a16:creationId xmlns:a16="http://schemas.microsoft.com/office/drawing/2014/main" id="{1BCECE76-907A-4247-AC83-70B30F26E886}"/>
              </a:ext>
            </a:extLst>
          </p:cNvPr>
          <p:cNvSpPr txBox="1"/>
          <p:nvPr/>
        </p:nvSpPr>
        <p:spPr>
          <a:xfrm>
            <a:off x="3635896" y="112228"/>
            <a:ext cx="4573978" cy="584775"/>
          </a:xfrm>
          <a:prstGeom prst="rect">
            <a:avLst/>
          </a:prstGeom>
          <a:noFill/>
        </p:spPr>
        <p:txBody>
          <a:bodyPr wrap="square">
            <a:spAutoFit/>
          </a:bodyPr>
          <a:lstStyle/>
          <a:p>
            <a:pPr lvl="1"/>
            <a:r>
              <a:rPr lang="en-US" altLang="ko-KR" sz="1000">
                <a:latin typeface="Calibri" panose="020F0502020204030204" pitchFamily="34" charset="0"/>
              </a:rPr>
              <a:t>[1]</a:t>
            </a:r>
            <a:r>
              <a:rPr lang="en-US" altLang="ko-KR" sz="1100">
                <a:latin typeface="Calibri" panose="020F0502020204030204" pitchFamily="34" charset="0"/>
              </a:rPr>
              <a:t> </a:t>
            </a:r>
            <a:r>
              <a:rPr lang="en-US" altLang="ko-KR" sz="1050">
                <a:latin typeface="Calibri" panose="020F0502020204030204" pitchFamily="34" charset="0"/>
              </a:rPr>
              <a:t>I. Sutskever, O. Vinyals, and Q. V. Le, "Sequence to sequence learning with neural networks," in </a:t>
            </a:r>
            <a:r>
              <a:rPr lang="en-US" altLang="ko-KR" sz="1050" i="1">
                <a:latin typeface="Calibri" panose="020F0502020204030204" pitchFamily="34" charset="0"/>
              </a:rPr>
              <a:t>Advances in neural information processing systems, 2014, pp. 3104-3112. </a:t>
            </a:r>
          </a:p>
        </p:txBody>
      </p:sp>
      <p:pic>
        <p:nvPicPr>
          <p:cNvPr id="8" name="그림 7">
            <a:extLst>
              <a:ext uri="{FF2B5EF4-FFF2-40B4-BE49-F238E27FC236}">
                <a16:creationId xmlns:a16="http://schemas.microsoft.com/office/drawing/2014/main" id="{C0384A74-FDEE-4BE5-B2F6-E456F5E3A58B}"/>
              </a:ext>
            </a:extLst>
          </p:cNvPr>
          <p:cNvPicPr>
            <a:picLocks noChangeAspect="1"/>
          </p:cNvPicPr>
          <p:nvPr/>
        </p:nvPicPr>
        <p:blipFill>
          <a:blip r:embed="rId3"/>
          <a:stretch>
            <a:fillRect/>
          </a:stretch>
        </p:blipFill>
        <p:spPr>
          <a:xfrm>
            <a:off x="1907704" y="2708920"/>
            <a:ext cx="5112568" cy="2203932"/>
          </a:xfrm>
          <a:prstGeom prst="rect">
            <a:avLst/>
          </a:prstGeom>
        </p:spPr>
      </p:pic>
    </p:spTree>
    <p:extLst>
      <p:ext uri="{BB962C8B-B14F-4D97-AF65-F5344CB8AC3E}">
        <p14:creationId xmlns:p14="http://schemas.microsoft.com/office/powerpoint/2010/main" val="33171277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F6AF8C84-D71B-418C-8105-F46100185E82}"/>
              </a:ext>
            </a:extLst>
          </p:cNvPr>
          <p:cNvSpPr>
            <a:spLocks noGrp="1"/>
          </p:cNvSpPr>
          <p:nvPr>
            <p:ph type="title"/>
          </p:nvPr>
        </p:nvSpPr>
        <p:spPr>
          <a:xfrm>
            <a:off x="228600" y="327671"/>
            <a:ext cx="8686800" cy="838200"/>
          </a:xfrm>
        </p:spPr>
        <p:txBody>
          <a:bodyPr/>
          <a:lstStyle/>
          <a:p>
            <a:r>
              <a:rPr lang="en-US" altLang="ko-KR"/>
              <a:t>Attention mechanism[2],[3]</a:t>
            </a:r>
            <a:endParaRPr lang="ko-KR" altLang="en-US" dirty="0"/>
          </a:p>
        </p:txBody>
      </p:sp>
      <p:sp>
        <p:nvSpPr>
          <p:cNvPr id="69" name="내용 개체 틀 68">
            <a:extLst>
              <a:ext uri="{FF2B5EF4-FFF2-40B4-BE49-F238E27FC236}">
                <a16:creationId xmlns:a16="http://schemas.microsoft.com/office/drawing/2014/main" id="{56656ED1-D8C9-409D-9371-34A8CF7BDB34}"/>
              </a:ext>
            </a:extLst>
          </p:cNvPr>
          <p:cNvSpPr>
            <a:spLocks noGrp="1"/>
          </p:cNvSpPr>
          <p:nvPr>
            <p:ph idx="1"/>
          </p:nvPr>
        </p:nvSpPr>
        <p:spPr>
          <a:xfrm>
            <a:off x="251520" y="1165871"/>
            <a:ext cx="8686800" cy="5238224"/>
          </a:xfrm>
        </p:spPr>
        <p:txBody>
          <a:bodyPr>
            <a:normAutofit/>
          </a:bodyPr>
          <a:lstStyle/>
          <a:p>
            <a:pPr marR="0"/>
            <a:r>
              <a:rPr lang="en-US" altLang="ko-KR" sz="1800">
                <a:solidFill>
                  <a:schemeClr val="tx1"/>
                </a:solidFill>
                <a:latin typeface="Calibri" panose="020F0502020204030204" pitchFamily="34" charset="0"/>
              </a:rPr>
              <a:t>Avoid attempting to learn a single vector representation for each sentence</a:t>
            </a:r>
          </a:p>
          <a:p>
            <a:pPr lvl="1"/>
            <a:r>
              <a:rPr lang="en-US" altLang="ko-KR" sz="1400">
                <a:solidFill>
                  <a:schemeClr val="tx1"/>
                </a:solidFill>
                <a:latin typeface="Calibri" panose="020F0502020204030204" pitchFamily="34" charset="0"/>
              </a:rPr>
              <a:t>Instead,</a:t>
            </a:r>
            <a:r>
              <a:rPr lang="en-US" altLang="ko-KR" sz="1000" b="0" i="0">
                <a:solidFill>
                  <a:schemeClr val="tx1"/>
                </a:solidFill>
                <a:effectLst/>
                <a:latin typeface="sohne"/>
              </a:rPr>
              <a:t> </a:t>
            </a:r>
            <a:r>
              <a:rPr lang="en-US" altLang="ko-KR" sz="1400" b="0" i="0">
                <a:solidFill>
                  <a:schemeClr val="tx1"/>
                </a:solidFill>
                <a:effectLst/>
                <a:latin typeface="sohne"/>
              </a:rPr>
              <a:t>pays </a:t>
            </a:r>
            <a:r>
              <a:rPr lang="en-US" altLang="ko-KR" sz="1400" b="0" i="0">
                <a:solidFill>
                  <a:srgbClr val="FF0000"/>
                </a:solidFill>
                <a:effectLst/>
                <a:latin typeface="sohne"/>
              </a:rPr>
              <a:t>attention</a:t>
            </a:r>
            <a:r>
              <a:rPr lang="en-US" altLang="ko-KR" sz="1400" b="0" i="0">
                <a:solidFill>
                  <a:schemeClr val="tx1"/>
                </a:solidFill>
                <a:effectLst/>
                <a:latin typeface="sohne"/>
              </a:rPr>
              <a:t> to specific input vectors of the input sequence based on the attention weights.</a:t>
            </a:r>
          </a:p>
          <a:p>
            <a:r>
              <a:rPr lang="en-US" altLang="ko-KR" sz="1800">
                <a:solidFill>
                  <a:schemeClr val="tx1"/>
                </a:solidFill>
                <a:latin typeface="sohne"/>
              </a:rPr>
              <a:t>Bahadanau et al[2] : Learns to align and translate jointly(</a:t>
            </a:r>
            <a:r>
              <a:rPr lang="en-US" altLang="ko-KR" sz="1800">
                <a:solidFill>
                  <a:srgbClr val="FF0000"/>
                </a:solidFill>
                <a:latin typeface="sohne"/>
              </a:rPr>
              <a:t>Linear combination of encoder state and the decoder states</a:t>
            </a:r>
            <a:r>
              <a:rPr lang="en-US" altLang="ko-KR" sz="1800">
                <a:solidFill>
                  <a:schemeClr val="tx1"/>
                </a:solidFill>
                <a:latin typeface="sohne"/>
              </a:rPr>
              <a:t>)</a:t>
            </a:r>
            <a:endParaRPr lang="en-US" altLang="ko-KR" sz="1800">
              <a:solidFill>
                <a:schemeClr val="tx1"/>
              </a:solidFill>
              <a:latin typeface="Calibri" panose="020F0502020204030204" pitchFamily="34" charset="0"/>
            </a:endParaRPr>
          </a:p>
          <a:p>
            <a:pPr marL="457200" lvl="1" indent="0">
              <a:buNone/>
            </a:pPr>
            <a:endParaRPr lang="en-US" altLang="ko-KR" sz="1400">
              <a:solidFill>
                <a:srgbClr val="FF0000"/>
              </a:solidFill>
              <a:latin typeface="Calibri" panose="020F0502020204030204" pitchFamily="34" charset="0"/>
            </a:endParaRPr>
          </a:p>
          <a:p>
            <a:pPr marR="0"/>
            <a:endParaRPr lang="en-US" altLang="ko-KR" sz="1800" i="1">
              <a:latin typeface="Calibri" panose="020F0502020204030204" pitchFamily="34" charset="0"/>
            </a:endParaRPr>
          </a:p>
          <a:p>
            <a:pPr marR="0"/>
            <a:endParaRPr lang="en-US" altLang="ko-KR" sz="1800" i="1">
              <a:latin typeface="Calibri" panose="020F0502020204030204" pitchFamily="34" charset="0"/>
            </a:endParaRPr>
          </a:p>
          <a:p>
            <a:pPr marR="0"/>
            <a:endParaRPr lang="en-US" altLang="ko-KR" sz="1800" i="1">
              <a:latin typeface="Calibri" panose="020F0502020204030204" pitchFamily="34" charset="0"/>
            </a:endParaRPr>
          </a:p>
        </p:txBody>
      </p:sp>
      <p:sp>
        <p:nvSpPr>
          <p:cNvPr id="9" name="TextBox 8">
            <a:extLst>
              <a:ext uri="{FF2B5EF4-FFF2-40B4-BE49-F238E27FC236}">
                <a16:creationId xmlns:a16="http://schemas.microsoft.com/office/drawing/2014/main" id="{11932515-A07D-43CF-8879-1D2F43D9E7EF}"/>
              </a:ext>
            </a:extLst>
          </p:cNvPr>
          <p:cNvSpPr txBox="1"/>
          <p:nvPr/>
        </p:nvSpPr>
        <p:spPr>
          <a:xfrm>
            <a:off x="6420556" y="87868"/>
            <a:ext cx="2628956" cy="369332"/>
          </a:xfrm>
          <a:prstGeom prst="rect">
            <a:avLst/>
          </a:prstGeom>
          <a:noFill/>
        </p:spPr>
        <p:txBody>
          <a:bodyPr wrap="squar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prstClr val="black"/>
                </a:solidFill>
                <a:effectLst/>
                <a:uLnTx/>
                <a:uFillTx/>
                <a:latin typeface="Times New Roman"/>
                <a:ea typeface="맑은 고딕"/>
                <a:cs typeface="+mn-cs"/>
              </a:rPr>
              <a:t>김성수</a:t>
            </a:r>
          </a:p>
        </p:txBody>
      </p:sp>
      <p:sp>
        <p:nvSpPr>
          <p:cNvPr id="4" name="TextBox 3">
            <a:extLst>
              <a:ext uri="{FF2B5EF4-FFF2-40B4-BE49-F238E27FC236}">
                <a16:creationId xmlns:a16="http://schemas.microsoft.com/office/drawing/2014/main" id="{3137A22F-7854-46AC-B574-F5FC26C992B6}"/>
              </a:ext>
            </a:extLst>
          </p:cNvPr>
          <p:cNvSpPr txBox="1"/>
          <p:nvPr/>
        </p:nvSpPr>
        <p:spPr>
          <a:xfrm>
            <a:off x="-612576" y="148173"/>
            <a:ext cx="10657184" cy="369332"/>
          </a:xfrm>
          <a:prstGeom prst="rect">
            <a:avLst/>
          </a:prstGeom>
          <a:noFill/>
        </p:spPr>
        <p:txBody>
          <a:bodyPr wrap="square" rtlCol="0">
            <a:spAutoFit/>
          </a:bodyPr>
          <a:lstStyle/>
          <a:p>
            <a:pPr lvl="2"/>
            <a:r>
              <a:rPr lang="en-US" altLang="ko-KR" sz="900">
                <a:latin typeface="Calibri" panose="020F0502020204030204" pitchFamily="34" charset="0"/>
              </a:rPr>
              <a:t>[2]D. Bahdanau, K. Cho, and Y. Bengio, "Neural machine translation by jointly learning to align and translate," </a:t>
            </a:r>
            <a:r>
              <a:rPr lang="en-US" altLang="ko-KR" sz="900" i="1">
                <a:latin typeface="Calibri" panose="020F0502020204030204" pitchFamily="34" charset="0"/>
              </a:rPr>
              <a:t>arXiv preprint arXiv:1409.0473, 2014. [ICLR 2015]</a:t>
            </a:r>
          </a:p>
          <a:p>
            <a:pPr lvl="2"/>
            <a:r>
              <a:rPr lang="en-US" altLang="ko-KR" sz="900">
                <a:latin typeface="Calibri" panose="020F0502020204030204" pitchFamily="34" charset="0"/>
              </a:rPr>
              <a:t>[3]M.-T. Luong, H. Pham, and C. D. Manning, "Effective approaches to attention-based neural machine translation," </a:t>
            </a:r>
            <a:r>
              <a:rPr lang="en-US" altLang="ko-KR" sz="900" i="1">
                <a:latin typeface="Calibri" panose="020F0502020204030204" pitchFamily="34" charset="0"/>
              </a:rPr>
              <a:t>arXiv preprint arXiv:1508.04025, 2015.</a:t>
            </a:r>
          </a:p>
        </p:txBody>
      </p:sp>
      <p:pic>
        <p:nvPicPr>
          <p:cNvPr id="7" name="그림 6">
            <a:extLst>
              <a:ext uri="{FF2B5EF4-FFF2-40B4-BE49-F238E27FC236}">
                <a16:creationId xmlns:a16="http://schemas.microsoft.com/office/drawing/2014/main" id="{AE49393B-AE45-41E3-B30D-255E1588497A}"/>
              </a:ext>
            </a:extLst>
          </p:cNvPr>
          <p:cNvPicPr>
            <a:picLocks noChangeAspect="1"/>
          </p:cNvPicPr>
          <p:nvPr/>
        </p:nvPicPr>
        <p:blipFill>
          <a:blip r:embed="rId3"/>
          <a:stretch>
            <a:fillRect/>
          </a:stretch>
        </p:blipFill>
        <p:spPr>
          <a:xfrm>
            <a:off x="827584" y="2420888"/>
            <a:ext cx="5544616" cy="2474650"/>
          </a:xfrm>
          <a:prstGeom prst="rect">
            <a:avLst/>
          </a:prstGeom>
        </p:spPr>
      </p:pic>
      <p:pic>
        <p:nvPicPr>
          <p:cNvPr id="15" name="그림 14">
            <a:extLst>
              <a:ext uri="{FF2B5EF4-FFF2-40B4-BE49-F238E27FC236}">
                <a16:creationId xmlns:a16="http://schemas.microsoft.com/office/drawing/2014/main" id="{0373E6C0-028B-4462-99C1-66CB0EDE0F9B}"/>
              </a:ext>
            </a:extLst>
          </p:cNvPr>
          <p:cNvPicPr>
            <a:picLocks noChangeAspect="1"/>
          </p:cNvPicPr>
          <p:nvPr/>
        </p:nvPicPr>
        <p:blipFill>
          <a:blip r:embed="rId4"/>
          <a:stretch>
            <a:fillRect/>
          </a:stretch>
        </p:blipFill>
        <p:spPr>
          <a:xfrm>
            <a:off x="5193904" y="3658213"/>
            <a:ext cx="3744416" cy="3115583"/>
          </a:xfrm>
          <a:prstGeom prst="rect">
            <a:avLst/>
          </a:prstGeom>
        </p:spPr>
      </p:pic>
    </p:spTree>
    <p:extLst>
      <p:ext uri="{BB962C8B-B14F-4D97-AF65-F5344CB8AC3E}">
        <p14:creationId xmlns:p14="http://schemas.microsoft.com/office/powerpoint/2010/main" val="201907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F6AF8C84-D71B-418C-8105-F46100185E82}"/>
              </a:ext>
            </a:extLst>
          </p:cNvPr>
          <p:cNvSpPr>
            <a:spLocks noGrp="1"/>
          </p:cNvSpPr>
          <p:nvPr>
            <p:ph type="title"/>
          </p:nvPr>
        </p:nvSpPr>
        <p:spPr>
          <a:xfrm>
            <a:off x="228600" y="327671"/>
            <a:ext cx="8686800" cy="838200"/>
          </a:xfrm>
        </p:spPr>
        <p:txBody>
          <a:bodyPr/>
          <a:lstStyle/>
          <a:p>
            <a:r>
              <a:rPr lang="en-US" altLang="ko-KR"/>
              <a:t>Attention mechanism[2],[3]</a:t>
            </a:r>
            <a:endParaRPr lang="ko-KR" altLang="en-US" dirty="0"/>
          </a:p>
        </p:txBody>
      </p:sp>
      <p:sp>
        <p:nvSpPr>
          <p:cNvPr id="69" name="내용 개체 틀 68">
            <a:extLst>
              <a:ext uri="{FF2B5EF4-FFF2-40B4-BE49-F238E27FC236}">
                <a16:creationId xmlns:a16="http://schemas.microsoft.com/office/drawing/2014/main" id="{56656ED1-D8C9-409D-9371-34A8CF7BDB34}"/>
              </a:ext>
            </a:extLst>
          </p:cNvPr>
          <p:cNvSpPr>
            <a:spLocks noGrp="1"/>
          </p:cNvSpPr>
          <p:nvPr>
            <p:ph idx="1"/>
          </p:nvPr>
        </p:nvSpPr>
        <p:spPr>
          <a:xfrm>
            <a:off x="251520" y="1165871"/>
            <a:ext cx="8686800" cy="5238224"/>
          </a:xfrm>
        </p:spPr>
        <p:txBody>
          <a:bodyPr>
            <a:normAutofit/>
          </a:bodyPr>
          <a:lstStyle/>
          <a:p>
            <a:pPr marR="0"/>
            <a:r>
              <a:rPr lang="en-US" altLang="ko-KR" sz="1800">
                <a:solidFill>
                  <a:schemeClr val="tx1"/>
                </a:solidFill>
                <a:latin typeface="Calibri" panose="020F0502020204030204" pitchFamily="34" charset="0"/>
              </a:rPr>
              <a:t>Avoid attempting to learn a single vector representation for each sentence</a:t>
            </a:r>
          </a:p>
          <a:p>
            <a:pPr lvl="1"/>
            <a:r>
              <a:rPr lang="en-US" altLang="ko-KR" sz="1400">
                <a:solidFill>
                  <a:schemeClr val="tx1"/>
                </a:solidFill>
                <a:latin typeface="Calibri" panose="020F0502020204030204" pitchFamily="34" charset="0"/>
              </a:rPr>
              <a:t>Instead,</a:t>
            </a:r>
            <a:r>
              <a:rPr lang="en-US" altLang="ko-KR" sz="1000" b="0" i="0">
                <a:solidFill>
                  <a:schemeClr val="tx1"/>
                </a:solidFill>
                <a:effectLst/>
                <a:latin typeface="sohne"/>
              </a:rPr>
              <a:t> </a:t>
            </a:r>
            <a:r>
              <a:rPr lang="en-US" altLang="ko-KR" sz="1400" b="0" i="0">
                <a:solidFill>
                  <a:schemeClr val="tx1"/>
                </a:solidFill>
                <a:effectLst/>
                <a:latin typeface="sohne"/>
              </a:rPr>
              <a:t>pays </a:t>
            </a:r>
            <a:r>
              <a:rPr lang="en-US" altLang="ko-KR" sz="1400" b="0" i="0">
                <a:solidFill>
                  <a:srgbClr val="FF0000"/>
                </a:solidFill>
                <a:effectLst/>
                <a:latin typeface="sohne"/>
              </a:rPr>
              <a:t>attention</a:t>
            </a:r>
            <a:r>
              <a:rPr lang="en-US" altLang="ko-KR" sz="1400" b="0" i="0">
                <a:solidFill>
                  <a:schemeClr val="tx1"/>
                </a:solidFill>
                <a:effectLst/>
                <a:latin typeface="sohne"/>
              </a:rPr>
              <a:t> to specific input vectors of the input sequence based on the attention weights.</a:t>
            </a:r>
          </a:p>
          <a:p>
            <a:r>
              <a:rPr lang="en-US" altLang="ko-KR" sz="1800">
                <a:solidFill>
                  <a:schemeClr val="tx1"/>
                </a:solidFill>
                <a:latin typeface="sohne"/>
              </a:rPr>
              <a:t>Luong et al[3] : Global, Local attention</a:t>
            </a:r>
          </a:p>
          <a:p>
            <a:pPr lvl="1"/>
            <a:r>
              <a:rPr lang="en-US" altLang="ko-KR" sz="1400">
                <a:solidFill>
                  <a:schemeClr val="tx1"/>
                </a:solidFill>
                <a:latin typeface="sohne"/>
              </a:rPr>
              <a:t>Global attention : Attention is placed on </a:t>
            </a:r>
            <a:r>
              <a:rPr lang="en-US" altLang="ko-KR" sz="1400">
                <a:solidFill>
                  <a:srgbClr val="FF0000"/>
                </a:solidFill>
                <a:latin typeface="sohne"/>
              </a:rPr>
              <a:t>all </a:t>
            </a:r>
            <a:r>
              <a:rPr lang="en-US" altLang="ko-KR" sz="1400">
                <a:solidFill>
                  <a:schemeClr val="tx1"/>
                </a:solidFill>
                <a:latin typeface="sohne"/>
              </a:rPr>
              <a:t>source positions</a:t>
            </a:r>
          </a:p>
          <a:p>
            <a:pPr lvl="1"/>
            <a:r>
              <a:rPr lang="en-US" altLang="ko-KR" sz="1400">
                <a:solidFill>
                  <a:schemeClr val="tx1"/>
                </a:solidFill>
                <a:latin typeface="sohne"/>
              </a:rPr>
              <a:t>Local attention : Attention is placed only on </a:t>
            </a:r>
            <a:r>
              <a:rPr lang="en-US" altLang="ko-KR" sz="1400">
                <a:solidFill>
                  <a:srgbClr val="FF0000"/>
                </a:solidFill>
                <a:latin typeface="sohne"/>
              </a:rPr>
              <a:t>a small subset </a:t>
            </a:r>
            <a:r>
              <a:rPr lang="en-US" altLang="ko-KR" sz="1400">
                <a:solidFill>
                  <a:schemeClr val="tx1"/>
                </a:solidFill>
                <a:latin typeface="sohne"/>
              </a:rPr>
              <a:t>of the source positions</a:t>
            </a:r>
          </a:p>
          <a:p>
            <a:endParaRPr lang="en-US" altLang="ko-KR" sz="1800">
              <a:solidFill>
                <a:schemeClr val="tx1"/>
              </a:solidFill>
              <a:latin typeface="sohne"/>
            </a:endParaRPr>
          </a:p>
          <a:p>
            <a:endParaRPr lang="en-US" altLang="ko-KR" sz="1800">
              <a:solidFill>
                <a:schemeClr val="tx1"/>
              </a:solidFill>
              <a:latin typeface="sohne"/>
            </a:endParaRPr>
          </a:p>
          <a:p>
            <a:endParaRPr lang="en-US" altLang="ko-KR" sz="1800">
              <a:solidFill>
                <a:schemeClr val="tx1"/>
              </a:solidFill>
              <a:latin typeface="sohne"/>
            </a:endParaRPr>
          </a:p>
          <a:p>
            <a:endParaRPr lang="en-US" altLang="ko-KR" sz="1800">
              <a:solidFill>
                <a:schemeClr val="tx1"/>
              </a:solidFill>
              <a:latin typeface="sohne"/>
            </a:endParaRPr>
          </a:p>
          <a:p>
            <a:endParaRPr lang="en-US" altLang="ko-KR" sz="1800">
              <a:solidFill>
                <a:schemeClr val="tx1"/>
              </a:solidFill>
              <a:latin typeface="sohne"/>
            </a:endParaRPr>
          </a:p>
          <a:p>
            <a:endParaRPr lang="en-US" altLang="ko-KR" sz="1800">
              <a:solidFill>
                <a:schemeClr val="tx1"/>
              </a:solidFill>
              <a:latin typeface="sohne"/>
            </a:endParaRPr>
          </a:p>
          <a:p>
            <a:endParaRPr lang="en-US" altLang="ko-KR" sz="1800">
              <a:solidFill>
                <a:schemeClr val="tx1"/>
              </a:solidFill>
              <a:latin typeface="sohne"/>
            </a:endParaRPr>
          </a:p>
          <a:p>
            <a:pPr marL="457200" lvl="1" indent="0">
              <a:buNone/>
            </a:pPr>
            <a:endParaRPr lang="en-US" altLang="ko-KR" sz="1400">
              <a:solidFill>
                <a:srgbClr val="FF0000"/>
              </a:solidFill>
              <a:latin typeface="Calibri" panose="020F0502020204030204" pitchFamily="34" charset="0"/>
            </a:endParaRPr>
          </a:p>
          <a:p>
            <a:pPr marR="0"/>
            <a:endParaRPr lang="en-US" altLang="ko-KR" sz="1800" i="1">
              <a:latin typeface="Calibri" panose="020F0502020204030204" pitchFamily="34" charset="0"/>
            </a:endParaRPr>
          </a:p>
          <a:p>
            <a:pPr marR="0"/>
            <a:endParaRPr lang="en-US" altLang="ko-KR" sz="1800" i="1">
              <a:latin typeface="Calibri" panose="020F0502020204030204" pitchFamily="34" charset="0"/>
            </a:endParaRPr>
          </a:p>
          <a:p>
            <a:pPr marR="0"/>
            <a:endParaRPr lang="en-US" altLang="ko-KR" sz="1800" i="1">
              <a:latin typeface="Calibri" panose="020F0502020204030204" pitchFamily="34" charset="0"/>
            </a:endParaRPr>
          </a:p>
        </p:txBody>
      </p:sp>
      <p:sp>
        <p:nvSpPr>
          <p:cNvPr id="9" name="TextBox 8">
            <a:extLst>
              <a:ext uri="{FF2B5EF4-FFF2-40B4-BE49-F238E27FC236}">
                <a16:creationId xmlns:a16="http://schemas.microsoft.com/office/drawing/2014/main" id="{11932515-A07D-43CF-8879-1D2F43D9E7EF}"/>
              </a:ext>
            </a:extLst>
          </p:cNvPr>
          <p:cNvSpPr txBox="1"/>
          <p:nvPr/>
        </p:nvSpPr>
        <p:spPr>
          <a:xfrm>
            <a:off x="6420556" y="87868"/>
            <a:ext cx="2628956" cy="369332"/>
          </a:xfrm>
          <a:prstGeom prst="rect">
            <a:avLst/>
          </a:prstGeom>
          <a:noFill/>
        </p:spPr>
        <p:txBody>
          <a:bodyPr wrap="squar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prstClr val="black"/>
                </a:solidFill>
                <a:effectLst/>
                <a:uLnTx/>
                <a:uFillTx/>
                <a:latin typeface="Times New Roman"/>
                <a:ea typeface="맑은 고딕"/>
                <a:cs typeface="+mn-cs"/>
              </a:rPr>
              <a:t>김성수</a:t>
            </a:r>
          </a:p>
        </p:txBody>
      </p:sp>
      <p:sp>
        <p:nvSpPr>
          <p:cNvPr id="4" name="TextBox 3">
            <a:extLst>
              <a:ext uri="{FF2B5EF4-FFF2-40B4-BE49-F238E27FC236}">
                <a16:creationId xmlns:a16="http://schemas.microsoft.com/office/drawing/2014/main" id="{3137A22F-7854-46AC-B574-F5FC26C992B6}"/>
              </a:ext>
            </a:extLst>
          </p:cNvPr>
          <p:cNvSpPr txBox="1"/>
          <p:nvPr/>
        </p:nvSpPr>
        <p:spPr>
          <a:xfrm>
            <a:off x="-612576" y="148173"/>
            <a:ext cx="10657184" cy="369332"/>
          </a:xfrm>
          <a:prstGeom prst="rect">
            <a:avLst/>
          </a:prstGeom>
          <a:noFill/>
        </p:spPr>
        <p:txBody>
          <a:bodyPr wrap="square" rtlCol="0">
            <a:spAutoFit/>
          </a:bodyPr>
          <a:lstStyle/>
          <a:p>
            <a:pPr lvl="2"/>
            <a:r>
              <a:rPr lang="en-US" altLang="ko-KR" sz="900">
                <a:latin typeface="Calibri" panose="020F0502020204030204" pitchFamily="34" charset="0"/>
              </a:rPr>
              <a:t>[2]D. Bahdanau, K. Cho, and Y. Bengio, "Neural machine translation by jointly learning to align and translate," </a:t>
            </a:r>
            <a:r>
              <a:rPr lang="en-US" altLang="ko-KR" sz="900" i="1">
                <a:latin typeface="Calibri" panose="020F0502020204030204" pitchFamily="34" charset="0"/>
              </a:rPr>
              <a:t>arXiv preprint arXiv:1409.0473, 2014. [ICLR 2015]</a:t>
            </a:r>
          </a:p>
          <a:p>
            <a:pPr lvl="2"/>
            <a:r>
              <a:rPr lang="en-US" altLang="ko-KR" sz="900">
                <a:latin typeface="Calibri" panose="020F0502020204030204" pitchFamily="34" charset="0"/>
              </a:rPr>
              <a:t>[3]M.-T. Luong, H. Pham, and C. D. Manning, "Effective approaches to attention-based neural machine translation," </a:t>
            </a:r>
            <a:r>
              <a:rPr lang="en-US" altLang="ko-KR" sz="900" i="1">
                <a:latin typeface="Calibri" panose="020F0502020204030204" pitchFamily="34" charset="0"/>
              </a:rPr>
              <a:t>arXiv preprint arXiv:1508.04025, 2015.</a:t>
            </a:r>
          </a:p>
        </p:txBody>
      </p:sp>
      <p:pic>
        <p:nvPicPr>
          <p:cNvPr id="3" name="그림 2">
            <a:extLst>
              <a:ext uri="{FF2B5EF4-FFF2-40B4-BE49-F238E27FC236}">
                <a16:creationId xmlns:a16="http://schemas.microsoft.com/office/drawing/2014/main" id="{03C77868-ED4F-4DDD-BA41-04085F466DF1}"/>
              </a:ext>
            </a:extLst>
          </p:cNvPr>
          <p:cNvPicPr>
            <a:picLocks noChangeAspect="1"/>
          </p:cNvPicPr>
          <p:nvPr/>
        </p:nvPicPr>
        <p:blipFill>
          <a:blip r:embed="rId3"/>
          <a:stretch>
            <a:fillRect/>
          </a:stretch>
        </p:blipFill>
        <p:spPr>
          <a:xfrm>
            <a:off x="683568" y="2707611"/>
            <a:ext cx="3682654" cy="2880320"/>
          </a:xfrm>
          <a:prstGeom prst="rect">
            <a:avLst/>
          </a:prstGeom>
        </p:spPr>
      </p:pic>
      <p:pic>
        <p:nvPicPr>
          <p:cNvPr id="8" name="그림 7">
            <a:extLst>
              <a:ext uri="{FF2B5EF4-FFF2-40B4-BE49-F238E27FC236}">
                <a16:creationId xmlns:a16="http://schemas.microsoft.com/office/drawing/2014/main" id="{A21DAA4A-579F-4845-8E1A-547A6D5C6684}"/>
              </a:ext>
            </a:extLst>
          </p:cNvPr>
          <p:cNvPicPr>
            <a:picLocks noChangeAspect="1"/>
          </p:cNvPicPr>
          <p:nvPr/>
        </p:nvPicPr>
        <p:blipFill>
          <a:blip r:embed="rId4"/>
          <a:stretch>
            <a:fillRect/>
          </a:stretch>
        </p:blipFill>
        <p:spPr>
          <a:xfrm>
            <a:off x="4716016" y="2707611"/>
            <a:ext cx="3549075" cy="2952328"/>
          </a:xfrm>
          <a:prstGeom prst="rect">
            <a:avLst/>
          </a:prstGeom>
        </p:spPr>
      </p:pic>
      <p:sp>
        <p:nvSpPr>
          <p:cNvPr id="10" name="TextBox 9">
            <a:extLst>
              <a:ext uri="{FF2B5EF4-FFF2-40B4-BE49-F238E27FC236}">
                <a16:creationId xmlns:a16="http://schemas.microsoft.com/office/drawing/2014/main" id="{FAF1C238-06D9-48D4-AB27-B3EA78466DA7}"/>
              </a:ext>
            </a:extLst>
          </p:cNvPr>
          <p:cNvSpPr txBox="1"/>
          <p:nvPr/>
        </p:nvSpPr>
        <p:spPr>
          <a:xfrm>
            <a:off x="1907704" y="5666252"/>
            <a:ext cx="1800200" cy="369332"/>
          </a:xfrm>
          <a:prstGeom prst="rect">
            <a:avLst/>
          </a:prstGeom>
          <a:noFill/>
        </p:spPr>
        <p:txBody>
          <a:bodyPr wrap="square" rtlCol="0">
            <a:spAutoFit/>
          </a:bodyPr>
          <a:lstStyle/>
          <a:p>
            <a:r>
              <a:rPr lang="en-US" altLang="ko-KR"/>
              <a:t>Global attention</a:t>
            </a:r>
            <a:endParaRPr lang="ko-KR" altLang="en-US"/>
          </a:p>
        </p:txBody>
      </p:sp>
      <p:sp>
        <p:nvSpPr>
          <p:cNvPr id="13" name="TextBox 12">
            <a:extLst>
              <a:ext uri="{FF2B5EF4-FFF2-40B4-BE49-F238E27FC236}">
                <a16:creationId xmlns:a16="http://schemas.microsoft.com/office/drawing/2014/main" id="{98A6D737-1DD3-4F65-96D2-6DFBD37B9DEF}"/>
              </a:ext>
            </a:extLst>
          </p:cNvPr>
          <p:cNvSpPr txBox="1"/>
          <p:nvPr/>
        </p:nvSpPr>
        <p:spPr>
          <a:xfrm>
            <a:off x="6012160" y="5659829"/>
            <a:ext cx="1800200" cy="369332"/>
          </a:xfrm>
          <a:prstGeom prst="rect">
            <a:avLst/>
          </a:prstGeom>
          <a:noFill/>
        </p:spPr>
        <p:txBody>
          <a:bodyPr wrap="square" rtlCol="0">
            <a:spAutoFit/>
          </a:bodyPr>
          <a:lstStyle/>
          <a:p>
            <a:r>
              <a:rPr lang="en-US" altLang="ko-KR"/>
              <a:t>Local attention</a:t>
            </a:r>
            <a:endParaRPr lang="ko-KR" altLang="en-US"/>
          </a:p>
        </p:txBody>
      </p:sp>
    </p:spTree>
    <p:extLst>
      <p:ext uri="{BB962C8B-B14F-4D97-AF65-F5344CB8AC3E}">
        <p14:creationId xmlns:p14="http://schemas.microsoft.com/office/powerpoint/2010/main" val="30333975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F6AF8C84-D71B-418C-8105-F46100185E82}"/>
              </a:ext>
            </a:extLst>
          </p:cNvPr>
          <p:cNvSpPr>
            <a:spLocks noGrp="1"/>
          </p:cNvSpPr>
          <p:nvPr>
            <p:ph type="title"/>
          </p:nvPr>
        </p:nvSpPr>
        <p:spPr>
          <a:xfrm>
            <a:off x="228600" y="327671"/>
            <a:ext cx="8686800" cy="838200"/>
          </a:xfrm>
        </p:spPr>
        <p:txBody>
          <a:bodyPr/>
          <a:lstStyle/>
          <a:p>
            <a:r>
              <a:rPr lang="en-US" altLang="ko-KR"/>
              <a:t>Transformer[4]</a:t>
            </a:r>
            <a:endParaRPr lang="ko-KR" altLang="en-US" dirty="0"/>
          </a:p>
        </p:txBody>
      </p:sp>
      <p:sp>
        <p:nvSpPr>
          <p:cNvPr id="69" name="내용 개체 틀 68">
            <a:extLst>
              <a:ext uri="{FF2B5EF4-FFF2-40B4-BE49-F238E27FC236}">
                <a16:creationId xmlns:a16="http://schemas.microsoft.com/office/drawing/2014/main" id="{56656ED1-D8C9-409D-9371-34A8CF7BDB34}"/>
              </a:ext>
            </a:extLst>
          </p:cNvPr>
          <p:cNvSpPr>
            <a:spLocks noGrp="1"/>
          </p:cNvSpPr>
          <p:nvPr>
            <p:ph idx="1"/>
          </p:nvPr>
        </p:nvSpPr>
        <p:spPr>
          <a:xfrm>
            <a:off x="251520" y="1165871"/>
            <a:ext cx="8686800" cy="5238224"/>
          </a:xfrm>
        </p:spPr>
        <p:txBody>
          <a:bodyPr>
            <a:normAutofit/>
          </a:bodyPr>
          <a:lstStyle/>
          <a:p>
            <a:r>
              <a:rPr lang="en-US" altLang="ko-KR" sz="1800" dirty="0">
                <a:solidFill>
                  <a:schemeClr val="tx1"/>
                </a:solidFill>
                <a:latin typeface="sohne"/>
              </a:rPr>
              <a:t>RNN,</a:t>
            </a:r>
            <a:r>
              <a:rPr lang="ko-KR" altLang="en-US" sz="1800" dirty="0">
                <a:solidFill>
                  <a:schemeClr val="tx1"/>
                </a:solidFill>
                <a:latin typeface="sohne"/>
              </a:rPr>
              <a:t> </a:t>
            </a:r>
            <a:r>
              <a:rPr lang="en-US" altLang="ko-KR" sz="1800" dirty="0">
                <a:solidFill>
                  <a:schemeClr val="tx1"/>
                </a:solidFill>
                <a:latin typeface="sohne"/>
              </a:rPr>
              <a:t>LSTM</a:t>
            </a:r>
            <a:r>
              <a:rPr lang="ko-KR" altLang="en-US" sz="1800" dirty="0">
                <a:solidFill>
                  <a:schemeClr val="tx1"/>
                </a:solidFill>
                <a:latin typeface="sohne"/>
              </a:rPr>
              <a:t>을 쓰지 않고</a:t>
            </a:r>
            <a:r>
              <a:rPr lang="en-US" altLang="ko-KR" sz="1800" dirty="0">
                <a:solidFill>
                  <a:schemeClr val="tx1"/>
                </a:solidFill>
                <a:latin typeface="sohne"/>
              </a:rPr>
              <a:t> Attention</a:t>
            </a:r>
            <a:r>
              <a:rPr lang="ko-KR" altLang="en-US" sz="1800" dirty="0">
                <a:solidFill>
                  <a:schemeClr val="tx1"/>
                </a:solidFill>
                <a:latin typeface="sohne"/>
              </a:rPr>
              <a:t>만 써보자</a:t>
            </a:r>
            <a:r>
              <a:rPr lang="en-US" altLang="ko-KR" sz="1800" dirty="0">
                <a:solidFill>
                  <a:schemeClr val="tx1"/>
                </a:solidFill>
                <a:latin typeface="sohne"/>
              </a:rPr>
              <a:t> [</a:t>
            </a:r>
            <a:r>
              <a:rPr lang="en-US" altLang="ko-KR" sz="1800" dirty="0">
                <a:solidFill>
                  <a:srgbClr val="FF0000"/>
                </a:solidFill>
                <a:latin typeface="sohne"/>
              </a:rPr>
              <a:t>All you need</a:t>
            </a:r>
            <a:r>
              <a:rPr lang="en-US" altLang="ko-KR" sz="1800" dirty="0">
                <a:solidFill>
                  <a:schemeClr val="tx1"/>
                </a:solidFill>
                <a:latin typeface="sohne"/>
              </a:rPr>
              <a:t>]</a:t>
            </a:r>
          </a:p>
          <a:p>
            <a:endParaRPr lang="en-US" altLang="ko-KR" sz="1800" dirty="0">
              <a:solidFill>
                <a:schemeClr val="tx1"/>
              </a:solidFill>
              <a:latin typeface="sohne"/>
            </a:endParaRPr>
          </a:p>
          <a:p>
            <a:endParaRPr lang="en-US" altLang="ko-KR" sz="1800" dirty="0">
              <a:solidFill>
                <a:schemeClr val="tx1"/>
              </a:solidFill>
              <a:latin typeface="sohne"/>
            </a:endParaRPr>
          </a:p>
          <a:p>
            <a:endParaRPr lang="en-US" altLang="ko-KR" sz="1800" dirty="0">
              <a:solidFill>
                <a:schemeClr val="tx1"/>
              </a:solidFill>
              <a:latin typeface="sohne"/>
            </a:endParaRPr>
          </a:p>
          <a:p>
            <a:endParaRPr lang="en-US" altLang="ko-KR" sz="1800" dirty="0">
              <a:solidFill>
                <a:schemeClr val="tx1"/>
              </a:solidFill>
              <a:latin typeface="sohne"/>
            </a:endParaRPr>
          </a:p>
          <a:p>
            <a:pPr marL="457200" lvl="1" indent="0">
              <a:buNone/>
            </a:pPr>
            <a:endParaRPr lang="en-US" altLang="ko-KR" sz="1400" dirty="0">
              <a:solidFill>
                <a:srgbClr val="FF0000"/>
              </a:solidFill>
              <a:latin typeface="Calibri" panose="020F0502020204030204" pitchFamily="34" charset="0"/>
            </a:endParaRPr>
          </a:p>
          <a:p>
            <a:pPr marR="0"/>
            <a:endParaRPr lang="en-US" altLang="ko-KR" sz="1800" i="1" dirty="0">
              <a:latin typeface="Calibri" panose="020F0502020204030204" pitchFamily="34" charset="0"/>
            </a:endParaRPr>
          </a:p>
          <a:p>
            <a:pPr marR="0"/>
            <a:endParaRPr lang="en-US" altLang="ko-KR" sz="1800" i="1" dirty="0">
              <a:latin typeface="Calibri" panose="020F0502020204030204" pitchFamily="34" charset="0"/>
            </a:endParaRPr>
          </a:p>
          <a:p>
            <a:pPr marR="0"/>
            <a:endParaRPr lang="en-US" altLang="ko-KR" sz="1800" i="1" dirty="0">
              <a:latin typeface="Calibri" panose="020F0502020204030204" pitchFamily="34" charset="0"/>
            </a:endParaRPr>
          </a:p>
        </p:txBody>
      </p:sp>
      <p:sp>
        <p:nvSpPr>
          <p:cNvPr id="9" name="TextBox 8">
            <a:extLst>
              <a:ext uri="{FF2B5EF4-FFF2-40B4-BE49-F238E27FC236}">
                <a16:creationId xmlns:a16="http://schemas.microsoft.com/office/drawing/2014/main" id="{11932515-A07D-43CF-8879-1D2F43D9E7EF}"/>
              </a:ext>
            </a:extLst>
          </p:cNvPr>
          <p:cNvSpPr txBox="1"/>
          <p:nvPr/>
        </p:nvSpPr>
        <p:spPr>
          <a:xfrm>
            <a:off x="6420556" y="87868"/>
            <a:ext cx="2628956" cy="369332"/>
          </a:xfrm>
          <a:prstGeom prst="rect">
            <a:avLst/>
          </a:prstGeom>
          <a:noFill/>
        </p:spPr>
        <p:txBody>
          <a:bodyPr wrap="squar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prstClr val="black"/>
                </a:solidFill>
                <a:effectLst/>
                <a:uLnTx/>
                <a:uFillTx/>
                <a:latin typeface="Times New Roman"/>
                <a:ea typeface="맑은 고딕"/>
                <a:cs typeface="+mn-cs"/>
              </a:rPr>
              <a:t>김성수</a:t>
            </a:r>
          </a:p>
        </p:txBody>
      </p:sp>
      <p:sp>
        <p:nvSpPr>
          <p:cNvPr id="11" name="TextBox 10">
            <a:extLst>
              <a:ext uri="{FF2B5EF4-FFF2-40B4-BE49-F238E27FC236}">
                <a16:creationId xmlns:a16="http://schemas.microsoft.com/office/drawing/2014/main" id="{9B2EF547-86E4-4D19-8D48-49FC78E97060}"/>
              </a:ext>
            </a:extLst>
          </p:cNvPr>
          <p:cNvSpPr txBox="1"/>
          <p:nvPr/>
        </p:nvSpPr>
        <p:spPr>
          <a:xfrm>
            <a:off x="-108520" y="134034"/>
            <a:ext cx="8496944" cy="276999"/>
          </a:xfrm>
          <a:prstGeom prst="rect">
            <a:avLst/>
          </a:prstGeom>
          <a:noFill/>
        </p:spPr>
        <p:txBody>
          <a:bodyPr wrap="square">
            <a:spAutoFit/>
          </a:bodyPr>
          <a:lstStyle/>
          <a:p>
            <a:pPr lvl="1"/>
            <a:r>
              <a:rPr lang="en-US" altLang="ko-KR" sz="1100">
                <a:latin typeface="Calibri" panose="020F0502020204030204" pitchFamily="34" charset="0"/>
              </a:rPr>
              <a:t>[4] </a:t>
            </a:r>
            <a:r>
              <a:rPr lang="en-US" altLang="ko-KR" sz="1200">
                <a:latin typeface="Calibri" panose="020F0502020204030204" pitchFamily="34" charset="0"/>
              </a:rPr>
              <a:t>A. Vaswani</a:t>
            </a:r>
            <a:r>
              <a:rPr lang="en-US" altLang="ko-KR" sz="1200" i="1">
                <a:latin typeface="Calibri" panose="020F0502020204030204" pitchFamily="34" charset="0"/>
              </a:rPr>
              <a:t> et al., "Attention is all you need," in Advances in neural information processing systems, 2017, pp. 5998-6008. </a:t>
            </a:r>
          </a:p>
        </p:txBody>
      </p:sp>
      <p:pic>
        <p:nvPicPr>
          <p:cNvPr id="14" name="그림 13">
            <a:extLst>
              <a:ext uri="{FF2B5EF4-FFF2-40B4-BE49-F238E27FC236}">
                <a16:creationId xmlns:a16="http://schemas.microsoft.com/office/drawing/2014/main" id="{0831D934-AEDF-4B1D-AE2F-B36F29BF1AB5}"/>
              </a:ext>
            </a:extLst>
          </p:cNvPr>
          <p:cNvPicPr>
            <a:picLocks noChangeAspect="1"/>
          </p:cNvPicPr>
          <p:nvPr/>
        </p:nvPicPr>
        <p:blipFill>
          <a:blip r:embed="rId3"/>
          <a:stretch>
            <a:fillRect/>
          </a:stretch>
        </p:blipFill>
        <p:spPr>
          <a:xfrm>
            <a:off x="2339752" y="1840324"/>
            <a:ext cx="3672408" cy="4446494"/>
          </a:xfrm>
          <a:prstGeom prst="rect">
            <a:avLst/>
          </a:prstGeom>
        </p:spPr>
      </p:pic>
    </p:spTree>
    <p:extLst>
      <p:ext uri="{BB962C8B-B14F-4D97-AF65-F5344CB8AC3E}">
        <p14:creationId xmlns:p14="http://schemas.microsoft.com/office/powerpoint/2010/main" val="9052622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F6AF8C84-D71B-418C-8105-F46100185E82}"/>
              </a:ext>
            </a:extLst>
          </p:cNvPr>
          <p:cNvSpPr>
            <a:spLocks noGrp="1"/>
          </p:cNvSpPr>
          <p:nvPr>
            <p:ph type="title"/>
          </p:nvPr>
        </p:nvSpPr>
        <p:spPr>
          <a:xfrm>
            <a:off x="228600" y="327671"/>
            <a:ext cx="8686800" cy="838200"/>
          </a:xfrm>
        </p:spPr>
        <p:txBody>
          <a:bodyPr/>
          <a:lstStyle/>
          <a:p>
            <a:r>
              <a:rPr lang="en-US" altLang="ko-KR"/>
              <a:t>Transformer[4]</a:t>
            </a:r>
            <a:endParaRPr lang="ko-KR" altLang="en-US" dirty="0"/>
          </a:p>
        </p:txBody>
      </p:sp>
      <p:sp>
        <p:nvSpPr>
          <p:cNvPr id="69" name="내용 개체 틀 68">
            <a:extLst>
              <a:ext uri="{FF2B5EF4-FFF2-40B4-BE49-F238E27FC236}">
                <a16:creationId xmlns:a16="http://schemas.microsoft.com/office/drawing/2014/main" id="{56656ED1-D8C9-409D-9371-34A8CF7BDB34}"/>
              </a:ext>
            </a:extLst>
          </p:cNvPr>
          <p:cNvSpPr>
            <a:spLocks noGrp="1"/>
          </p:cNvSpPr>
          <p:nvPr>
            <p:ph idx="1"/>
          </p:nvPr>
        </p:nvSpPr>
        <p:spPr>
          <a:xfrm>
            <a:off x="251520" y="1165871"/>
            <a:ext cx="8686800" cy="5238224"/>
          </a:xfrm>
        </p:spPr>
        <p:txBody>
          <a:bodyPr>
            <a:normAutofit/>
          </a:bodyPr>
          <a:lstStyle/>
          <a:p>
            <a:r>
              <a:rPr lang="en-US" altLang="ko-KR" sz="1800">
                <a:solidFill>
                  <a:schemeClr val="tx1"/>
                </a:solidFill>
                <a:latin typeface="sohne"/>
              </a:rPr>
              <a:t>Transformer architecture (Encoder, Decoder </a:t>
            </a:r>
            <a:r>
              <a:rPr lang="ko-KR" altLang="en-US" sz="1800">
                <a:solidFill>
                  <a:schemeClr val="tx1"/>
                </a:solidFill>
                <a:latin typeface="sohne"/>
              </a:rPr>
              <a:t>구조</a:t>
            </a:r>
            <a:r>
              <a:rPr lang="en-US" altLang="ko-KR" sz="1800">
                <a:solidFill>
                  <a:schemeClr val="tx1"/>
                </a:solidFill>
                <a:latin typeface="sohne"/>
              </a:rPr>
              <a:t>)</a:t>
            </a:r>
            <a:endParaRPr lang="en-US" altLang="ko-KR" sz="1400">
              <a:solidFill>
                <a:schemeClr val="tx1"/>
              </a:solidFill>
              <a:latin typeface="sohne"/>
            </a:endParaRPr>
          </a:p>
          <a:p>
            <a:endParaRPr lang="en-US" altLang="ko-KR" sz="1800">
              <a:solidFill>
                <a:schemeClr val="tx1"/>
              </a:solidFill>
              <a:latin typeface="sohne"/>
            </a:endParaRPr>
          </a:p>
          <a:p>
            <a:endParaRPr lang="en-US" altLang="ko-KR" sz="1800">
              <a:solidFill>
                <a:schemeClr val="tx1"/>
              </a:solidFill>
              <a:latin typeface="sohne"/>
            </a:endParaRPr>
          </a:p>
          <a:p>
            <a:endParaRPr lang="en-US" altLang="ko-KR" sz="1800">
              <a:solidFill>
                <a:schemeClr val="tx1"/>
              </a:solidFill>
              <a:latin typeface="sohne"/>
            </a:endParaRPr>
          </a:p>
          <a:p>
            <a:endParaRPr lang="en-US" altLang="ko-KR" sz="1800">
              <a:solidFill>
                <a:schemeClr val="tx1"/>
              </a:solidFill>
              <a:latin typeface="sohne"/>
            </a:endParaRPr>
          </a:p>
          <a:p>
            <a:pPr marL="457200" lvl="1" indent="0">
              <a:buNone/>
            </a:pPr>
            <a:endParaRPr lang="en-US" altLang="ko-KR" sz="1400">
              <a:solidFill>
                <a:srgbClr val="FF0000"/>
              </a:solidFill>
              <a:latin typeface="Calibri" panose="020F0502020204030204" pitchFamily="34" charset="0"/>
            </a:endParaRPr>
          </a:p>
          <a:p>
            <a:pPr marR="0"/>
            <a:endParaRPr lang="en-US" altLang="ko-KR" sz="1800" i="1">
              <a:latin typeface="Calibri" panose="020F0502020204030204" pitchFamily="34" charset="0"/>
            </a:endParaRPr>
          </a:p>
          <a:p>
            <a:pPr marR="0"/>
            <a:endParaRPr lang="en-US" altLang="ko-KR" sz="1800" i="1">
              <a:latin typeface="Calibri" panose="020F0502020204030204" pitchFamily="34" charset="0"/>
            </a:endParaRPr>
          </a:p>
          <a:p>
            <a:pPr marR="0"/>
            <a:endParaRPr lang="en-US" altLang="ko-KR" sz="1800" i="1">
              <a:latin typeface="Calibri" panose="020F0502020204030204" pitchFamily="34" charset="0"/>
            </a:endParaRPr>
          </a:p>
        </p:txBody>
      </p:sp>
      <p:sp>
        <p:nvSpPr>
          <p:cNvPr id="9" name="TextBox 8">
            <a:extLst>
              <a:ext uri="{FF2B5EF4-FFF2-40B4-BE49-F238E27FC236}">
                <a16:creationId xmlns:a16="http://schemas.microsoft.com/office/drawing/2014/main" id="{11932515-A07D-43CF-8879-1D2F43D9E7EF}"/>
              </a:ext>
            </a:extLst>
          </p:cNvPr>
          <p:cNvSpPr txBox="1"/>
          <p:nvPr/>
        </p:nvSpPr>
        <p:spPr>
          <a:xfrm>
            <a:off x="6420556" y="87868"/>
            <a:ext cx="2628956" cy="369332"/>
          </a:xfrm>
          <a:prstGeom prst="rect">
            <a:avLst/>
          </a:prstGeom>
          <a:noFill/>
        </p:spPr>
        <p:txBody>
          <a:bodyPr wrap="squar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prstClr val="black"/>
                </a:solidFill>
                <a:effectLst/>
                <a:uLnTx/>
                <a:uFillTx/>
                <a:latin typeface="Times New Roman"/>
                <a:ea typeface="맑은 고딕"/>
                <a:cs typeface="+mn-cs"/>
              </a:rPr>
              <a:t>김성수</a:t>
            </a:r>
          </a:p>
        </p:txBody>
      </p:sp>
      <p:sp>
        <p:nvSpPr>
          <p:cNvPr id="11" name="TextBox 10">
            <a:extLst>
              <a:ext uri="{FF2B5EF4-FFF2-40B4-BE49-F238E27FC236}">
                <a16:creationId xmlns:a16="http://schemas.microsoft.com/office/drawing/2014/main" id="{9B2EF547-86E4-4D19-8D48-49FC78E97060}"/>
              </a:ext>
            </a:extLst>
          </p:cNvPr>
          <p:cNvSpPr txBox="1"/>
          <p:nvPr/>
        </p:nvSpPr>
        <p:spPr>
          <a:xfrm>
            <a:off x="-108520" y="134034"/>
            <a:ext cx="8496944" cy="646331"/>
          </a:xfrm>
          <a:prstGeom prst="rect">
            <a:avLst/>
          </a:prstGeom>
          <a:noFill/>
        </p:spPr>
        <p:txBody>
          <a:bodyPr wrap="square">
            <a:spAutoFit/>
          </a:bodyPr>
          <a:lstStyle/>
          <a:p>
            <a:pPr lvl="1"/>
            <a:r>
              <a:rPr lang="en-US" altLang="ko-KR" sz="1100">
                <a:latin typeface="Calibri" panose="020F0502020204030204" pitchFamily="34" charset="0"/>
              </a:rPr>
              <a:t>[4] </a:t>
            </a:r>
            <a:r>
              <a:rPr lang="en-US" altLang="ko-KR" sz="1200">
                <a:latin typeface="Calibri" panose="020F0502020204030204" pitchFamily="34" charset="0"/>
              </a:rPr>
              <a:t>A. Vaswani</a:t>
            </a:r>
            <a:r>
              <a:rPr lang="en-US" altLang="ko-KR" sz="1200" i="1">
                <a:latin typeface="Calibri" panose="020F0502020204030204" pitchFamily="34" charset="0"/>
              </a:rPr>
              <a:t> et al., "Attention is all you need," in Advances in neural information processing systems, 2017, pp. 5998-6008. </a:t>
            </a:r>
            <a:br>
              <a:rPr lang="en-US" altLang="ko-KR" sz="1200" i="1">
                <a:latin typeface="Calibri" panose="020F0502020204030204" pitchFamily="34" charset="0"/>
              </a:rPr>
            </a:br>
            <a:r>
              <a:rPr lang="en-US" altLang="ko-KR" sz="1200">
                <a:solidFill>
                  <a:schemeClr val="tx1"/>
                </a:solidFill>
                <a:latin typeface="sohne"/>
              </a:rPr>
              <a:t>http://jalammar.github.io/illustrated-transformer/</a:t>
            </a:r>
          </a:p>
          <a:p>
            <a:pPr lvl="1"/>
            <a:endParaRPr lang="en-US" altLang="ko-KR" sz="1200" i="1">
              <a:latin typeface="Calibri" panose="020F0502020204030204" pitchFamily="34" charset="0"/>
            </a:endParaRPr>
          </a:p>
        </p:txBody>
      </p:sp>
      <p:pic>
        <p:nvPicPr>
          <p:cNvPr id="10" name="그림 9">
            <a:extLst>
              <a:ext uri="{FF2B5EF4-FFF2-40B4-BE49-F238E27FC236}">
                <a16:creationId xmlns:a16="http://schemas.microsoft.com/office/drawing/2014/main" id="{16CDFCCD-2353-4B66-A852-AD9453007DD8}"/>
              </a:ext>
            </a:extLst>
          </p:cNvPr>
          <p:cNvPicPr>
            <a:picLocks noChangeAspect="1"/>
          </p:cNvPicPr>
          <p:nvPr/>
        </p:nvPicPr>
        <p:blipFill>
          <a:blip r:embed="rId3"/>
          <a:stretch>
            <a:fillRect/>
          </a:stretch>
        </p:blipFill>
        <p:spPr>
          <a:xfrm>
            <a:off x="539552" y="1556792"/>
            <a:ext cx="7818317" cy="2075956"/>
          </a:xfrm>
          <a:prstGeom prst="rect">
            <a:avLst/>
          </a:prstGeom>
        </p:spPr>
      </p:pic>
      <p:pic>
        <p:nvPicPr>
          <p:cNvPr id="12" name="그림 11">
            <a:extLst>
              <a:ext uri="{FF2B5EF4-FFF2-40B4-BE49-F238E27FC236}">
                <a16:creationId xmlns:a16="http://schemas.microsoft.com/office/drawing/2014/main" id="{1873C4F3-87A2-4569-A8E4-588BAB8AE212}"/>
              </a:ext>
            </a:extLst>
          </p:cNvPr>
          <p:cNvPicPr>
            <a:picLocks noChangeAspect="1"/>
          </p:cNvPicPr>
          <p:nvPr/>
        </p:nvPicPr>
        <p:blipFill>
          <a:blip r:embed="rId4"/>
          <a:stretch>
            <a:fillRect/>
          </a:stretch>
        </p:blipFill>
        <p:spPr>
          <a:xfrm>
            <a:off x="2303324" y="3573016"/>
            <a:ext cx="4608512" cy="3114428"/>
          </a:xfrm>
          <a:prstGeom prst="rect">
            <a:avLst/>
          </a:prstGeom>
        </p:spPr>
      </p:pic>
    </p:spTree>
    <p:extLst>
      <p:ext uri="{BB962C8B-B14F-4D97-AF65-F5344CB8AC3E}">
        <p14:creationId xmlns:p14="http://schemas.microsoft.com/office/powerpoint/2010/main" val="3398646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F6AF8C84-D71B-418C-8105-F46100185E82}"/>
              </a:ext>
            </a:extLst>
          </p:cNvPr>
          <p:cNvSpPr>
            <a:spLocks noGrp="1"/>
          </p:cNvSpPr>
          <p:nvPr>
            <p:ph type="title"/>
          </p:nvPr>
        </p:nvSpPr>
        <p:spPr>
          <a:xfrm>
            <a:off x="228600" y="327671"/>
            <a:ext cx="8686800" cy="838200"/>
          </a:xfrm>
        </p:spPr>
        <p:txBody>
          <a:bodyPr/>
          <a:lstStyle/>
          <a:p>
            <a:r>
              <a:rPr lang="en-US" altLang="ko-KR"/>
              <a:t>Transformer[4]</a:t>
            </a:r>
            <a:endParaRPr lang="ko-KR" altLang="en-US" dirty="0"/>
          </a:p>
        </p:txBody>
      </p:sp>
      <p:sp>
        <p:nvSpPr>
          <p:cNvPr id="69" name="내용 개체 틀 68">
            <a:extLst>
              <a:ext uri="{FF2B5EF4-FFF2-40B4-BE49-F238E27FC236}">
                <a16:creationId xmlns:a16="http://schemas.microsoft.com/office/drawing/2014/main" id="{56656ED1-D8C9-409D-9371-34A8CF7BDB34}"/>
              </a:ext>
            </a:extLst>
          </p:cNvPr>
          <p:cNvSpPr>
            <a:spLocks noGrp="1"/>
          </p:cNvSpPr>
          <p:nvPr>
            <p:ph idx="1"/>
          </p:nvPr>
        </p:nvSpPr>
        <p:spPr>
          <a:xfrm>
            <a:off x="251520" y="1165871"/>
            <a:ext cx="8686800" cy="5238224"/>
          </a:xfrm>
        </p:spPr>
        <p:txBody>
          <a:bodyPr>
            <a:normAutofit/>
          </a:bodyPr>
          <a:lstStyle/>
          <a:p>
            <a:r>
              <a:rPr lang="en-US" altLang="ko-KR" sz="1800">
                <a:solidFill>
                  <a:schemeClr val="tx1"/>
                </a:solidFill>
                <a:latin typeface="sohne"/>
              </a:rPr>
              <a:t>Encoder : Identical structure ( Do not share weights)</a:t>
            </a:r>
            <a:endParaRPr lang="en-US" altLang="ko-KR" sz="1400">
              <a:solidFill>
                <a:schemeClr val="tx1"/>
              </a:solidFill>
              <a:latin typeface="sohne"/>
            </a:endParaRPr>
          </a:p>
          <a:p>
            <a:endParaRPr lang="en-US" altLang="ko-KR" sz="1800">
              <a:solidFill>
                <a:schemeClr val="tx1"/>
              </a:solidFill>
              <a:latin typeface="sohne"/>
            </a:endParaRPr>
          </a:p>
          <a:p>
            <a:endParaRPr lang="en-US" altLang="ko-KR" sz="1800">
              <a:solidFill>
                <a:schemeClr val="tx1"/>
              </a:solidFill>
              <a:latin typeface="sohne"/>
            </a:endParaRPr>
          </a:p>
          <a:p>
            <a:endParaRPr lang="en-US" altLang="ko-KR" sz="1800">
              <a:solidFill>
                <a:schemeClr val="tx1"/>
              </a:solidFill>
              <a:latin typeface="sohne"/>
            </a:endParaRPr>
          </a:p>
          <a:p>
            <a:endParaRPr lang="en-US" altLang="ko-KR" sz="1800">
              <a:solidFill>
                <a:schemeClr val="tx1"/>
              </a:solidFill>
              <a:latin typeface="sohne"/>
            </a:endParaRPr>
          </a:p>
          <a:p>
            <a:pPr marL="457200" lvl="1" indent="0">
              <a:buNone/>
            </a:pPr>
            <a:endParaRPr lang="en-US" altLang="ko-KR" sz="1400">
              <a:solidFill>
                <a:srgbClr val="FF0000"/>
              </a:solidFill>
              <a:latin typeface="Calibri" panose="020F0502020204030204" pitchFamily="34" charset="0"/>
            </a:endParaRPr>
          </a:p>
          <a:p>
            <a:pPr marR="0"/>
            <a:endParaRPr lang="en-US" altLang="ko-KR" sz="1800" i="1">
              <a:latin typeface="Calibri" panose="020F0502020204030204" pitchFamily="34" charset="0"/>
            </a:endParaRPr>
          </a:p>
          <a:p>
            <a:pPr marR="0"/>
            <a:endParaRPr lang="en-US" altLang="ko-KR" sz="1800" i="1">
              <a:latin typeface="Calibri" panose="020F0502020204030204" pitchFamily="34" charset="0"/>
            </a:endParaRPr>
          </a:p>
          <a:p>
            <a:pPr marR="0"/>
            <a:endParaRPr lang="en-US" altLang="ko-KR" sz="1800" i="1">
              <a:latin typeface="Calibri" panose="020F0502020204030204" pitchFamily="34" charset="0"/>
            </a:endParaRPr>
          </a:p>
        </p:txBody>
      </p:sp>
      <p:sp>
        <p:nvSpPr>
          <p:cNvPr id="9" name="TextBox 8">
            <a:extLst>
              <a:ext uri="{FF2B5EF4-FFF2-40B4-BE49-F238E27FC236}">
                <a16:creationId xmlns:a16="http://schemas.microsoft.com/office/drawing/2014/main" id="{11932515-A07D-43CF-8879-1D2F43D9E7EF}"/>
              </a:ext>
            </a:extLst>
          </p:cNvPr>
          <p:cNvSpPr txBox="1"/>
          <p:nvPr/>
        </p:nvSpPr>
        <p:spPr>
          <a:xfrm>
            <a:off x="6420556" y="87868"/>
            <a:ext cx="2628956" cy="369332"/>
          </a:xfrm>
          <a:prstGeom prst="rect">
            <a:avLst/>
          </a:prstGeom>
          <a:noFill/>
        </p:spPr>
        <p:txBody>
          <a:bodyPr wrap="squar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prstClr val="black"/>
                </a:solidFill>
                <a:effectLst/>
                <a:uLnTx/>
                <a:uFillTx/>
                <a:latin typeface="Times New Roman"/>
                <a:ea typeface="맑은 고딕"/>
                <a:cs typeface="+mn-cs"/>
              </a:rPr>
              <a:t>김성수</a:t>
            </a:r>
          </a:p>
        </p:txBody>
      </p:sp>
      <p:sp>
        <p:nvSpPr>
          <p:cNvPr id="11" name="TextBox 10">
            <a:extLst>
              <a:ext uri="{FF2B5EF4-FFF2-40B4-BE49-F238E27FC236}">
                <a16:creationId xmlns:a16="http://schemas.microsoft.com/office/drawing/2014/main" id="{9B2EF547-86E4-4D19-8D48-49FC78E97060}"/>
              </a:ext>
            </a:extLst>
          </p:cNvPr>
          <p:cNvSpPr txBox="1"/>
          <p:nvPr/>
        </p:nvSpPr>
        <p:spPr>
          <a:xfrm>
            <a:off x="-108520" y="134034"/>
            <a:ext cx="8496944" cy="276999"/>
          </a:xfrm>
          <a:prstGeom prst="rect">
            <a:avLst/>
          </a:prstGeom>
          <a:noFill/>
        </p:spPr>
        <p:txBody>
          <a:bodyPr wrap="square">
            <a:spAutoFit/>
          </a:bodyPr>
          <a:lstStyle/>
          <a:p>
            <a:pPr lvl="1"/>
            <a:r>
              <a:rPr lang="en-US" altLang="ko-KR" sz="1100">
                <a:latin typeface="Calibri" panose="020F0502020204030204" pitchFamily="34" charset="0"/>
              </a:rPr>
              <a:t>[4] </a:t>
            </a:r>
            <a:r>
              <a:rPr lang="en-US" altLang="ko-KR" sz="1200">
                <a:latin typeface="Calibri" panose="020F0502020204030204" pitchFamily="34" charset="0"/>
              </a:rPr>
              <a:t>A. Vaswani</a:t>
            </a:r>
            <a:r>
              <a:rPr lang="en-US" altLang="ko-KR" sz="1200" i="1">
                <a:latin typeface="Calibri" panose="020F0502020204030204" pitchFamily="34" charset="0"/>
              </a:rPr>
              <a:t> et al., "Attention is all you need," in Advances in neural information processing systems, 2017, pp. 5998-6008. </a:t>
            </a:r>
          </a:p>
        </p:txBody>
      </p:sp>
      <p:pic>
        <p:nvPicPr>
          <p:cNvPr id="8" name="그림 7">
            <a:extLst>
              <a:ext uri="{FF2B5EF4-FFF2-40B4-BE49-F238E27FC236}">
                <a16:creationId xmlns:a16="http://schemas.microsoft.com/office/drawing/2014/main" id="{0FD2E418-6F6C-4B96-A9C5-D9869B21BB67}"/>
              </a:ext>
            </a:extLst>
          </p:cNvPr>
          <p:cNvPicPr>
            <a:picLocks noChangeAspect="1"/>
          </p:cNvPicPr>
          <p:nvPr/>
        </p:nvPicPr>
        <p:blipFill>
          <a:blip r:embed="rId3"/>
          <a:stretch>
            <a:fillRect/>
          </a:stretch>
        </p:blipFill>
        <p:spPr>
          <a:xfrm>
            <a:off x="35496" y="1772816"/>
            <a:ext cx="6580174" cy="4434778"/>
          </a:xfrm>
          <a:prstGeom prst="rect">
            <a:avLst/>
          </a:prstGeom>
        </p:spPr>
      </p:pic>
      <p:pic>
        <p:nvPicPr>
          <p:cNvPr id="13" name="그림 12">
            <a:extLst>
              <a:ext uri="{FF2B5EF4-FFF2-40B4-BE49-F238E27FC236}">
                <a16:creationId xmlns:a16="http://schemas.microsoft.com/office/drawing/2014/main" id="{4B27F33C-3865-40FF-B795-34F516ADE70D}"/>
              </a:ext>
            </a:extLst>
          </p:cNvPr>
          <p:cNvPicPr>
            <a:picLocks noChangeAspect="1"/>
          </p:cNvPicPr>
          <p:nvPr/>
        </p:nvPicPr>
        <p:blipFill>
          <a:blip r:embed="rId4"/>
          <a:stretch>
            <a:fillRect/>
          </a:stretch>
        </p:blipFill>
        <p:spPr>
          <a:xfrm>
            <a:off x="6577799" y="2547723"/>
            <a:ext cx="2378888" cy="2880320"/>
          </a:xfrm>
          <a:prstGeom prst="rect">
            <a:avLst/>
          </a:prstGeom>
        </p:spPr>
      </p:pic>
    </p:spTree>
    <p:extLst>
      <p:ext uri="{BB962C8B-B14F-4D97-AF65-F5344CB8AC3E}">
        <p14:creationId xmlns:p14="http://schemas.microsoft.com/office/powerpoint/2010/main" val="4102776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F6AF8C84-D71B-418C-8105-F46100185E82}"/>
              </a:ext>
            </a:extLst>
          </p:cNvPr>
          <p:cNvSpPr>
            <a:spLocks noGrp="1"/>
          </p:cNvSpPr>
          <p:nvPr>
            <p:ph type="title"/>
          </p:nvPr>
        </p:nvSpPr>
        <p:spPr>
          <a:xfrm>
            <a:off x="228600" y="327671"/>
            <a:ext cx="8686800" cy="838200"/>
          </a:xfrm>
        </p:spPr>
        <p:txBody>
          <a:bodyPr/>
          <a:lstStyle/>
          <a:p>
            <a:r>
              <a:rPr lang="en-US" altLang="ko-KR"/>
              <a:t>Transformer[4]</a:t>
            </a:r>
            <a:endParaRPr lang="ko-KR" altLang="en-US" dirty="0"/>
          </a:p>
        </p:txBody>
      </p:sp>
      <p:sp>
        <p:nvSpPr>
          <p:cNvPr id="69" name="내용 개체 틀 68">
            <a:extLst>
              <a:ext uri="{FF2B5EF4-FFF2-40B4-BE49-F238E27FC236}">
                <a16:creationId xmlns:a16="http://schemas.microsoft.com/office/drawing/2014/main" id="{56656ED1-D8C9-409D-9371-34A8CF7BDB34}"/>
              </a:ext>
            </a:extLst>
          </p:cNvPr>
          <p:cNvSpPr>
            <a:spLocks noGrp="1"/>
          </p:cNvSpPr>
          <p:nvPr>
            <p:ph idx="1"/>
          </p:nvPr>
        </p:nvSpPr>
        <p:spPr>
          <a:xfrm>
            <a:off x="251520" y="1165871"/>
            <a:ext cx="8686800" cy="5238224"/>
          </a:xfrm>
        </p:spPr>
        <p:txBody>
          <a:bodyPr>
            <a:normAutofit/>
          </a:bodyPr>
          <a:lstStyle/>
          <a:p>
            <a:r>
              <a:rPr lang="en-US" altLang="ko-KR" sz="1800">
                <a:solidFill>
                  <a:schemeClr val="tx1"/>
                </a:solidFill>
                <a:latin typeface="sohne"/>
              </a:rPr>
              <a:t>Encoder : Self-Attention + Feed forward Neural Network</a:t>
            </a:r>
          </a:p>
          <a:p>
            <a:endParaRPr lang="en-US" altLang="ko-KR" sz="1800">
              <a:solidFill>
                <a:schemeClr val="tx1"/>
              </a:solidFill>
              <a:latin typeface="sohne"/>
            </a:endParaRPr>
          </a:p>
          <a:p>
            <a:endParaRPr lang="en-US" altLang="ko-KR" sz="1800">
              <a:solidFill>
                <a:schemeClr val="tx1"/>
              </a:solidFill>
              <a:latin typeface="sohne"/>
            </a:endParaRPr>
          </a:p>
          <a:p>
            <a:endParaRPr lang="en-US" altLang="ko-KR" sz="1800">
              <a:solidFill>
                <a:schemeClr val="tx1"/>
              </a:solidFill>
              <a:latin typeface="sohne"/>
            </a:endParaRPr>
          </a:p>
          <a:p>
            <a:endParaRPr lang="en-US" altLang="ko-KR" sz="1800">
              <a:solidFill>
                <a:schemeClr val="tx1"/>
              </a:solidFill>
              <a:latin typeface="sohne"/>
            </a:endParaRPr>
          </a:p>
          <a:p>
            <a:endParaRPr lang="en-US" altLang="ko-KR" sz="1800">
              <a:solidFill>
                <a:schemeClr val="tx1"/>
              </a:solidFill>
              <a:latin typeface="sohne"/>
            </a:endParaRPr>
          </a:p>
          <a:p>
            <a:endParaRPr lang="en-US" altLang="ko-KR" sz="1800">
              <a:solidFill>
                <a:schemeClr val="tx1"/>
              </a:solidFill>
              <a:latin typeface="sohne"/>
            </a:endParaRPr>
          </a:p>
          <a:p>
            <a:endParaRPr lang="en-US" altLang="ko-KR" sz="1800">
              <a:solidFill>
                <a:schemeClr val="tx1"/>
              </a:solidFill>
              <a:latin typeface="sohne"/>
            </a:endParaRPr>
          </a:p>
          <a:p>
            <a:endParaRPr lang="en-US" altLang="ko-KR" sz="1800">
              <a:solidFill>
                <a:schemeClr val="tx1"/>
              </a:solidFill>
              <a:latin typeface="sohne"/>
            </a:endParaRPr>
          </a:p>
          <a:p>
            <a:endParaRPr lang="en-US" altLang="ko-KR" sz="1800">
              <a:solidFill>
                <a:schemeClr val="tx1"/>
              </a:solidFill>
              <a:latin typeface="sohne"/>
            </a:endParaRPr>
          </a:p>
          <a:p>
            <a:endParaRPr lang="en-US" altLang="ko-KR" sz="1800">
              <a:solidFill>
                <a:schemeClr val="tx1"/>
              </a:solidFill>
              <a:latin typeface="sohne"/>
            </a:endParaRPr>
          </a:p>
          <a:p>
            <a:r>
              <a:rPr lang="en-US" altLang="ko-KR" sz="1800">
                <a:solidFill>
                  <a:schemeClr val="tx1"/>
                </a:solidFill>
                <a:latin typeface="sohne"/>
              </a:rPr>
              <a:t>Inputs : Word embedding(Word2Vec[8])</a:t>
            </a:r>
          </a:p>
          <a:p>
            <a:endParaRPr lang="en-US" altLang="ko-KR" sz="1800">
              <a:solidFill>
                <a:schemeClr val="tx1"/>
              </a:solidFill>
              <a:latin typeface="sohne"/>
            </a:endParaRPr>
          </a:p>
          <a:p>
            <a:endParaRPr lang="en-US" altLang="ko-KR" sz="1800">
              <a:solidFill>
                <a:schemeClr val="tx1"/>
              </a:solidFill>
              <a:latin typeface="sohne"/>
            </a:endParaRPr>
          </a:p>
          <a:p>
            <a:endParaRPr lang="en-US" altLang="ko-KR" sz="1800">
              <a:solidFill>
                <a:schemeClr val="tx1"/>
              </a:solidFill>
              <a:latin typeface="sohne"/>
            </a:endParaRPr>
          </a:p>
          <a:p>
            <a:pPr marL="457200" lvl="1" indent="0">
              <a:buNone/>
            </a:pPr>
            <a:endParaRPr lang="en-US" altLang="ko-KR" sz="1400">
              <a:solidFill>
                <a:srgbClr val="FF0000"/>
              </a:solidFill>
              <a:latin typeface="Calibri" panose="020F0502020204030204" pitchFamily="34" charset="0"/>
            </a:endParaRPr>
          </a:p>
          <a:p>
            <a:pPr marR="0"/>
            <a:endParaRPr lang="en-US" altLang="ko-KR" sz="1800" i="1">
              <a:latin typeface="Calibri" panose="020F0502020204030204" pitchFamily="34" charset="0"/>
            </a:endParaRPr>
          </a:p>
          <a:p>
            <a:pPr marR="0"/>
            <a:endParaRPr lang="en-US" altLang="ko-KR" sz="1800" i="1">
              <a:latin typeface="Calibri" panose="020F0502020204030204" pitchFamily="34" charset="0"/>
            </a:endParaRPr>
          </a:p>
          <a:p>
            <a:pPr marR="0"/>
            <a:endParaRPr lang="en-US" altLang="ko-KR" sz="1800" i="1">
              <a:latin typeface="Calibri" panose="020F0502020204030204" pitchFamily="34" charset="0"/>
            </a:endParaRPr>
          </a:p>
        </p:txBody>
      </p:sp>
      <p:sp>
        <p:nvSpPr>
          <p:cNvPr id="9" name="TextBox 8">
            <a:extLst>
              <a:ext uri="{FF2B5EF4-FFF2-40B4-BE49-F238E27FC236}">
                <a16:creationId xmlns:a16="http://schemas.microsoft.com/office/drawing/2014/main" id="{11932515-A07D-43CF-8879-1D2F43D9E7EF}"/>
              </a:ext>
            </a:extLst>
          </p:cNvPr>
          <p:cNvSpPr txBox="1"/>
          <p:nvPr/>
        </p:nvSpPr>
        <p:spPr>
          <a:xfrm>
            <a:off x="6420556" y="87868"/>
            <a:ext cx="2628956" cy="369332"/>
          </a:xfrm>
          <a:prstGeom prst="rect">
            <a:avLst/>
          </a:prstGeom>
          <a:noFill/>
        </p:spPr>
        <p:txBody>
          <a:bodyPr wrap="squar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prstClr val="black"/>
                </a:solidFill>
                <a:effectLst/>
                <a:uLnTx/>
                <a:uFillTx/>
                <a:latin typeface="Times New Roman"/>
                <a:ea typeface="맑은 고딕"/>
                <a:cs typeface="+mn-cs"/>
              </a:rPr>
              <a:t>김성수</a:t>
            </a:r>
          </a:p>
        </p:txBody>
      </p:sp>
      <p:sp>
        <p:nvSpPr>
          <p:cNvPr id="11" name="TextBox 10">
            <a:extLst>
              <a:ext uri="{FF2B5EF4-FFF2-40B4-BE49-F238E27FC236}">
                <a16:creationId xmlns:a16="http://schemas.microsoft.com/office/drawing/2014/main" id="{9B2EF547-86E4-4D19-8D48-49FC78E97060}"/>
              </a:ext>
            </a:extLst>
          </p:cNvPr>
          <p:cNvSpPr txBox="1"/>
          <p:nvPr/>
        </p:nvSpPr>
        <p:spPr>
          <a:xfrm>
            <a:off x="-108520" y="134034"/>
            <a:ext cx="8496944" cy="276999"/>
          </a:xfrm>
          <a:prstGeom prst="rect">
            <a:avLst/>
          </a:prstGeom>
          <a:noFill/>
        </p:spPr>
        <p:txBody>
          <a:bodyPr wrap="square">
            <a:spAutoFit/>
          </a:bodyPr>
          <a:lstStyle/>
          <a:p>
            <a:pPr lvl="1"/>
            <a:r>
              <a:rPr lang="en-US" altLang="ko-KR" sz="1100">
                <a:latin typeface="Calibri" panose="020F0502020204030204" pitchFamily="34" charset="0"/>
              </a:rPr>
              <a:t>[4] </a:t>
            </a:r>
            <a:r>
              <a:rPr lang="en-US" altLang="ko-KR" sz="1200">
                <a:latin typeface="Calibri" panose="020F0502020204030204" pitchFamily="34" charset="0"/>
              </a:rPr>
              <a:t>A. Vaswani</a:t>
            </a:r>
            <a:r>
              <a:rPr lang="en-US" altLang="ko-KR" sz="1200" i="1">
                <a:latin typeface="Calibri" panose="020F0502020204030204" pitchFamily="34" charset="0"/>
              </a:rPr>
              <a:t> et al., "Attention is all you need," in Advances in neural information processing systems, 2017, pp. 5998-6008. </a:t>
            </a:r>
          </a:p>
        </p:txBody>
      </p:sp>
      <p:pic>
        <p:nvPicPr>
          <p:cNvPr id="3" name="그림 2">
            <a:extLst>
              <a:ext uri="{FF2B5EF4-FFF2-40B4-BE49-F238E27FC236}">
                <a16:creationId xmlns:a16="http://schemas.microsoft.com/office/drawing/2014/main" id="{E98A52F3-CCE8-4E4B-A1C3-D2D494803BE6}"/>
              </a:ext>
            </a:extLst>
          </p:cNvPr>
          <p:cNvPicPr>
            <a:picLocks noChangeAspect="1"/>
          </p:cNvPicPr>
          <p:nvPr/>
        </p:nvPicPr>
        <p:blipFill>
          <a:blip r:embed="rId3"/>
          <a:stretch>
            <a:fillRect/>
          </a:stretch>
        </p:blipFill>
        <p:spPr>
          <a:xfrm>
            <a:off x="472716" y="1753742"/>
            <a:ext cx="8244408" cy="2627548"/>
          </a:xfrm>
          <a:prstGeom prst="rect">
            <a:avLst/>
          </a:prstGeom>
        </p:spPr>
      </p:pic>
      <p:pic>
        <p:nvPicPr>
          <p:cNvPr id="6" name="그림 5">
            <a:extLst>
              <a:ext uri="{FF2B5EF4-FFF2-40B4-BE49-F238E27FC236}">
                <a16:creationId xmlns:a16="http://schemas.microsoft.com/office/drawing/2014/main" id="{1ECF2578-67A6-48BF-927F-D1F8F92DC762}"/>
              </a:ext>
            </a:extLst>
          </p:cNvPr>
          <p:cNvPicPr>
            <a:picLocks noChangeAspect="1"/>
          </p:cNvPicPr>
          <p:nvPr/>
        </p:nvPicPr>
        <p:blipFill>
          <a:blip r:embed="rId4"/>
          <a:stretch>
            <a:fillRect/>
          </a:stretch>
        </p:blipFill>
        <p:spPr>
          <a:xfrm>
            <a:off x="251520" y="5301208"/>
            <a:ext cx="8244408" cy="1075977"/>
          </a:xfrm>
          <a:prstGeom prst="rect">
            <a:avLst/>
          </a:prstGeom>
        </p:spPr>
      </p:pic>
      <p:sp>
        <p:nvSpPr>
          <p:cNvPr id="14" name="TextBox 13">
            <a:extLst>
              <a:ext uri="{FF2B5EF4-FFF2-40B4-BE49-F238E27FC236}">
                <a16:creationId xmlns:a16="http://schemas.microsoft.com/office/drawing/2014/main" id="{5EA6659E-F06A-4846-8BBD-68F67717CC60}"/>
              </a:ext>
            </a:extLst>
          </p:cNvPr>
          <p:cNvSpPr txBox="1"/>
          <p:nvPr/>
        </p:nvSpPr>
        <p:spPr>
          <a:xfrm>
            <a:off x="4499992" y="4756938"/>
            <a:ext cx="4627418" cy="430887"/>
          </a:xfrm>
          <a:prstGeom prst="rect">
            <a:avLst/>
          </a:prstGeom>
          <a:noFill/>
        </p:spPr>
        <p:txBody>
          <a:bodyPr wrap="square">
            <a:spAutoFit/>
          </a:bodyPr>
          <a:lstStyle/>
          <a:p>
            <a:pPr marR="0"/>
            <a:r>
              <a:rPr lang="en-US" altLang="ko-KR" sz="1100">
                <a:latin typeface="Calibri" panose="020F0502020204030204" pitchFamily="34" charset="0"/>
              </a:rPr>
              <a:t>[8]T. Mikolov, K. Chen, G. Corrado, and J. Dean, "Efficient estimation of word representations in vector space," </a:t>
            </a:r>
            <a:r>
              <a:rPr lang="en-US" altLang="ko-KR" sz="1100" i="1">
                <a:latin typeface="Calibri" panose="020F0502020204030204" pitchFamily="34" charset="0"/>
              </a:rPr>
              <a:t>arXiv preprint arXiv:1301.3781, 2013.</a:t>
            </a:r>
          </a:p>
        </p:txBody>
      </p:sp>
    </p:spTree>
    <p:extLst>
      <p:ext uri="{BB962C8B-B14F-4D97-AF65-F5344CB8AC3E}">
        <p14:creationId xmlns:p14="http://schemas.microsoft.com/office/powerpoint/2010/main" val="2059164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F6AF8C84-D71B-418C-8105-F46100185E82}"/>
              </a:ext>
            </a:extLst>
          </p:cNvPr>
          <p:cNvSpPr>
            <a:spLocks noGrp="1"/>
          </p:cNvSpPr>
          <p:nvPr>
            <p:ph type="title"/>
          </p:nvPr>
        </p:nvSpPr>
        <p:spPr>
          <a:xfrm>
            <a:off x="228600" y="327671"/>
            <a:ext cx="8686800" cy="838200"/>
          </a:xfrm>
        </p:spPr>
        <p:txBody>
          <a:bodyPr/>
          <a:lstStyle/>
          <a:p>
            <a:r>
              <a:rPr lang="en-US" altLang="ko-KR"/>
              <a:t>Transformer[4]</a:t>
            </a:r>
            <a:endParaRPr lang="ko-KR" altLang="en-US" dirty="0"/>
          </a:p>
        </p:txBody>
      </p:sp>
      <p:sp>
        <p:nvSpPr>
          <p:cNvPr id="69" name="내용 개체 틀 68">
            <a:extLst>
              <a:ext uri="{FF2B5EF4-FFF2-40B4-BE49-F238E27FC236}">
                <a16:creationId xmlns:a16="http://schemas.microsoft.com/office/drawing/2014/main" id="{56656ED1-D8C9-409D-9371-34A8CF7BDB34}"/>
              </a:ext>
            </a:extLst>
          </p:cNvPr>
          <p:cNvSpPr>
            <a:spLocks noGrp="1"/>
          </p:cNvSpPr>
          <p:nvPr>
            <p:ph idx="1"/>
          </p:nvPr>
        </p:nvSpPr>
        <p:spPr>
          <a:xfrm>
            <a:off x="251520" y="1165871"/>
            <a:ext cx="8686800" cy="5238224"/>
          </a:xfrm>
        </p:spPr>
        <p:txBody>
          <a:bodyPr>
            <a:normAutofit/>
          </a:bodyPr>
          <a:lstStyle/>
          <a:p>
            <a:r>
              <a:rPr lang="en-US" altLang="ko-KR" sz="1800">
                <a:solidFill>
                  <a:schemeClr val="tx1"/>
                </a:solidFill>
                <a:latin typeface="sohne"/>
              </a:rPr>
              <a:t>Two layers in Encoder</a:t>
            </a:r>
          </a:p>
          <a:p>
            <a:endParaRPr lang="en-US" altLang="ko-KR" sz="1800">
              <a:solidFill>
                <a:schemeClr val="tx1"/>
              </a:solidFill>
              <a:latin typeface="sohne"/>
            </a:endParaRPr>
          </a:p>
          <a:p>
            <a:pPr marL="457200" lvl="1" indent="0">
              <a:buNone/>
            </a:pPr>
            <a:endParaRPr lang="en-US" altLang="ko-KR" sz="1400">
              <a:solidFill>
                <a:srgbClr val="FF0000"/>
              </a:solidFill>
              <a:latin typeface="Calibri" panose="020F0502020204030204" pitchFamily="34" charset="0"/>
            </a:endParaRPr>
          </a:p>
          <a:p>
            <a:pPr marR="0"/>
            <a:endParaRPr lang="en-US" altLang="ko-KR" sz="1800" i="1">
              <a:latin typeface="Calibri" panose="020F0502020204030204" pitchFamily="34" charset="0"/>
            </a:endParaRPr>
          </a:p>
          <a:p>
            <a:pPr marR="0"/>
            <a:endParaRPr lang="en-US" altLang="ko-KR" sz="1800" i="1">
              <a:latin typeface="Calibri" panose="020F0502020204030204" pitchFamily="34" charset="0"/>
            </a:endParaRPr>
          </a:p>
          <a:p>
            <a:pPr marR="0"/>
            <a:endParaRPr lang="en-US" altLang="ko-KR" sz="1800" i="1">
              <a:latin typeface="Calibri" panose="020F0502020204030204" pitchFamily="34" charset="0"/>
            </a:endParaRPr>
          </a:p>
        </p:txBody>
      </p:sp>
      <p:sp>
        <p:nvSpPr>
          <p:cNvPr id="9" name="TextBox 8">
            <a:extLst>
              <a:ext uri="{FF2B5EF4-FFF2-40B4-BE49-F238E27FC236}">
                <a16:creationId xmlns:a16="http://schemas.microsoft.com/office/drawing/2014/main" id="{11932515-A07D-43CF-8879-1D2F43D9E7EF}"/>
              </a:ext>
            </a:extLst>
          </p:cNvPr>
          <p:cNvSpPr txBox="1"/>
          <p:nvPr/>
        </p:nvSpPr>
        <p:spPr>
          <a:xfrm>
            <a:off x="6420556" y="87868"/>
            <a:ext cx="2628956" cy="369332"/>
          </a:xfrm>
          <a:prstGeom prst="rect">
            <a:avLst/>
          </a:prstGeom>
          <a:noFill/>
        </p:spPr>
        <p:txBody>
          <a:bodyPr wrap="squar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prstClr val="black"/>
                </a:solidFill>
                <a:effectLst/>
                <a:uLnTx/>
                <a:uFillTx/>
                <a:latin typeface="Times New Roman"/>
                <a:ea typeface="맑은 고딕"/>
                <a:cs typeface="+mn-cs"/>
              </a:rPr>
              <a:t>김성수</a:t>
            </a:r>
          </a:p>
        </p:txBody>
      </p:sp>
      <p:sp>
        <p:nvSpPr>
          <p:cNvPr id="11" name="TextBox 10">
            <a:extLst>
              <a:ext uri="{FF2B5EF4-FFF2-40B4-BE49-F238E27FC236}">
                <a16:creationId xmlns:a16="http://schemas.microsoft.com/office/drawing/2014/main" id="{9B2EF547-86E4-4D19-8D48-49FC78E97060}"/>
              </a:ext>
            </a:extLst>
          </p:cNvPr>
          <p:cNvSpPr txBox="1"/>
          <p:nvPr/>
        </p:nvSpPr>
        <p:spPr>
          <a:xfrm>
            <a:off x="-108520" y="134034"/>
            <a:ext cx="8496944" cy="276999"/>
          </a:xfrm>
          <a:prstGeom prst="rect">
            <a:avLst/>
          </a:prstGeom>
          <a:noFill/>
        </p:spPr>
        <p:txBody>
          <a:bodyPr wrap="square">
            <a:spAutoFit/>
          </a:bodyPr>
          <a:lstStyle/>
          <a:p>
            <a:pPr lvl="1"/>
            <a:r>
              <a:rPr lang="en-US" altLang="ko-KR" sz="1100">
                <a:latin typeface="Calibri" panose="020F0502020204030204" pitchFamily="34" charset="0"/>
              </a:rPr>
              <a:t>[4] </a:t>
            </a:r>
            <a:r>
              <a:rPr lang="en-US" altLang="ko-KR" sz="1200">
                <a:latin typeface="Calibri" panose="020F0502020204030204" pitchFamily="34" charset="0"/>
              </a:rPr>
              <a:t>A. Vaswani</a:t>
            </a:r>
            <a:r>
              <a:rPr lang="en-US" altLang="ko-KR" sz="1200" i="1">
                <a:latin typeface="Calibri" panose="020F0502020204030204" pitchFamily="34" charset="0"/>
              </a:rPr>
              <a:t> et al., "Attention is all you need," in Advances in neural information processing systems, 2017, pp. 5998-6008. </a:t>
            </a:r>
          </a:p>
        </p:txBody>
      </p:sp>
      <p:pic>
        <p:nvPicPr>
          <p:cNvPr id="12" name="그림 11">
            <a:extLst>
              <a:ext uri="{FF2B5EF4-FFF2-40B4-BE49-F238E27FC236}">
                <a16:creationId xmlns:a16="http://schemas.microsoft.com/office/drawing/2014/main" id="{6AB8931A-F343-4F6A-A92E-67172BE7CB8E}"/>
              </a:ext>
            </a:extLst>
          </p:cNvPr>
          <p:cNvPicPr>
            <a:picLocks noChangeAspect="1"/>
          </p:cNvPicPr>
          <p:nvPr/>
        </p:nvPicPr>
        <p:blipFill>
          <a:blip r:embed="rId3"/>
          <a:stretch>
            <a:fillRect/>
          </a:stretch>
        </p:blipFill>
        <p:spPr>
          <a:xfrm>
            <a:off x="683568" y="1772816"/>
            <a:ext cx="7648816" cy="4680520"/>
          </a:xfrm>
          <a:prstGeom prst="rect">
            <a:avLst/>
          </a:prstGeom>
        </p:spPr>
      </p:pic>
    </p:spTree>
    <p:extLst>
      <p:ext uri="{BB962C8B-B14F-4D97-AF65-F5344CB8AC3E}">
        <p14:creationId xmlns:p14="http://schemas.microsoft.com/office/powerpoint/2010/main" val="21085821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F6AF8C84-D71B-418C-8105-F46100185E82}"/>
              </a:ext>
            </a:extLst>
          </p:cNvPr>
          <p:cNvSpPr>
            <a:spLocks noGrp="1"/>
          </p:cNvSpPr>
          <p:nvPr>
            <p:ph type="title"/>
          </p:nvPr>
        </p:nvSpPr>
        <p:spPr>
          <a:xfrm>
            <a:off x="228600" y="327671"/>
            <a:ext cx="8686800" cy="838200"/>
          </a:xfrm>
        </p:spPr>
        <p:txBody>
          <a:bodyPr/>
          <a:lstStyle/>
          <a:p>
            <a:r>
              <a:rPr lang="en-US" altLang="ko-KR"/>
              <a:t>Transformer[4]</a:t>
            </a:r>
            <a:endParaRPr lang="ko-KR" altLang="en-US" dirty="0"/>
          </a:p>
        </p:txBody>
      </p:sp>
      <p:sp>
        <p:nvSpPr>
          <p:cNvPr id="69" name="내용 개체 틀 68">
            <a:extLst>
              <a:ext uri="{FF2B5EF4-FFF2-40B4-BE49-F238E27FC236}">
                <a16:creationId xmlns:a16="http://schemas.microsoft.com/office/drawing/2014/main" id="{56656ED1-D8C9-409D-9371-34A8CF7BDB34}"/>
              </a:ext>
            </a:extLst>
          </p:cNvPr>
          <p:cNvSpPr>
            <a:spLocks noGrp="1"/>
          </p:cNvSpPr>
          <p:nvPr>
            <p:ph idx="1"/>
          </p:nvPr>
        </p:nvSpPr>
        <p:spPr>
          <a:xfrm>
            <a:off x="251520" y="1165871"/>
            <a:ext cx="8686800" cy="5238224"/>
          </a:xfrm>
        </p:spPr>
        <p:txBody>
          <a:bodyPr>
            <a:normAutofit/>
          </a:bodyPr>
          <a:lstStyle/>
          <a:p>
            <a:r>
              <a:rPr lang="en-US" altLang="ko-KR" sz="1800">
                <a:solidFill>
                  <a:schemeClr val="tx1"/>
                </a:solidFill>
                <a:latin typeface="sohne"/>
              </a:rPr>
              <a:t>Self – Attention at a high level</a:t>
            </a:r>
          </a:p>
          <a:p>
            <a:endParaRPr lang="en-US" altLang="ko-KR" sz="1800">
              <a:solidFill>
                <a:schemeClr val="tx1"/>
              </a:solidFill>
              <a:latin typeface="sohne"/>
            </a:endParaRPr>
          </a:p>
          <a:p>
            <a:endParaRPr lang="en-US" altLang="ko-KR" sz="1800">
              <a:solidFill>
                <a:schemeClr val="tx1"/>
              </a:solidFill>
              <a:latin typeface="sohne"/>
            </a:endParaRPr>
          </a:p>
          <a:p>
            <a:endParaRPr lang="en-US" altLang="ko-KR" sz="1800">
              <a:solidFill>
                <a:schemeClr val="tx1"/>
              </a:solidFill>
              <a:latin typeface="sohne"/>
            </a:endParaRPr>
          </a:p>
          <a:p>
            <a:endParaRPr lang="en-US" altLang="ko-KR" sz="1800">
              <a:solidFill>
                <a:schemeClr val="tx1"/>
              </a:solidFill>
              <a:latin typeface="sohne"/>
            </a:endParaRPr>
          </a:p>
          <a:p>
            <a:r>
              <a:rPr lang="en-US" altLang="ko-KR" sz="1600">
                <a:solidFill>
                  <a:schemeClr val="tx1"/>
                </a:solidFill>
                <a:latin typeface="sohne"/>
              </a:rPr>
              <a:t>“It” </a:t>
            </a:r>
            <a:r>
              <a:rPr lang="ko-KR" altLang="en-US" sz="1600">
                <a:solidFill>
                  <a:schemeClr val="tx1"/>
                </a:solidFill>
                <a:latin typeface="sohne"/>
              </a:rPr>
              <a:t>이 무엇인지 어떻게 알지</a:t>
            </a:r>
            <a:r>
              <a:rPr lang="en-US" altLang="ko-KR" sz="1600">
                <a:solidFill>
                  <a:schemeClr val="tx1"/>
                </a:solidFill>
                <a:latin typeface="sohne"/>
              </a:rPr>
              <a:t>?</a:t>
            </a:r>
          </a:p>
          <a:p>
            <a:pPr lvl="1"/>
            <a:r>
              <a:rPr lang="en-US" altLang="ko-KR" sz="1200">
                <a:solidFill>
                  <a:schemeClr val="tx1"/>
                </a:solidFill>
                <a:latin typeface="sohne"/>
              </a:rPr>
              <a:t>Self attention allows model to associate “it” with ”animal”</a:t>
            </a:r>
          </a:p>
          <a:p>
            <a:pPr lvl="1"/>
            <a:r>
              <a:rPr lang="en-US" altLang="ko-KR" sz="1200" b="0" i="0">
                <a:solidFill>
                  <a:srgbClr val="222222"/>
                </a:solidFill>
                <a:effectLst/>
                <a:latin typeface="sohne"/>
              </a:rPr>
              <a:t>As the model processes each word (each position in the input sequence), self attention allows it to look at other positions in the input sequence for clues that can help lead to a better encoding for this word</a:t>
            </a:r>
            <a:endParaRPr lang="en-US" altLang="ko-KR">
              <a:solidFill>
                <a:schemeClr val="tx1"/>
              </a:solidFill>
              <a:latin typeface="sohne"/>
            </a:endParaRPr>
          </a:p>
          <a:p>
            <a:endParaRPr lang="en-US" altLang="ko-KR" sz="1800">
              <a:solidFill>
                <a:schemeClr val="tx1"/>
              </a:solidFill>
              <a:latin typeface="sohne"/>
            </a:endParaRPr>
          </a:p>
          <a:p>
            <a:pPr marL="457200" lvl="1" indent="0">
              <a:buNone/>
            </a:pPr>
            <a:endParaRPr lang="en-US" altLang="ko-KR" sz="1400">
              <a:solidFill>
                <a:srgbClr val="FF0000"/>
              </a:solidFill>
              <a:latin typeface="Calibri" panose="020F0502020204030204" pitchFamily="34" charset="0"/>
            </a:endParaRPr>
          </a:p>
          <a:p>
            <a:pPr marR="0"/>
            <a:endParaRPr lang="en-US" altLang="ko-KR" sz="1800" i="1">
              <a:latin typeface="Calibri" panose="020F0502020204030204" pitchFamily="34" charset="0"/>
            </a:endParaRPr>
          </a:p>
          <a:p>
            <a:pPr marR="0"/>
            <a:endParaRPr lang="en-US" altLang="ko-KR" sz="1800" i="1">
              <a:latin typeface="Calibri" panose="020F0502020204030204" pitchFamily="34" charset="0"/>
            </a:endParaRPr>
          </a:p>
          <a:p>
            <a:pPr marR="0"/>
            <a:endParaRPr lang="en-US" altLang="ko-KR" sz="1800" i="1">
              <a:latin typeface="Calibri" panose="020F0502020204030204" pitchFamily="34" charset="0"/>
            </a:endParaRPr>
          </a:p>
        </p:txBody>
      </p:sp>
      <p:sp>
        <p:nvSpPr>
          <p:cNvPr id="9" name="TextBox 8">
            <a:extLst>
              <a:ext uri="{FF2B5EF4-FFF2-40B4-BE49-F238E27FC236}">
                <a16:creationId xmlns:a16="http://schemas.microsoft.com/office/drawing/2014/main" id="{11932515-A07D-43CF-8879-1D2F43D9E7EF}"/>
              </a:ext>
            </a:extLst>
          </p:cNvPr>
          <p:cNvSpPr txBox="1"/>
          <p:nvPr/>
        </p:nvSpPr>
        <p:spPr>
          <a:xfrm>
            <a:off x="6420556" y="87868"/>
            <a:ext cx="2628956" cy="369332"/>
          </a:xfrm>
          <a:prstGeom prst="rect">
            <a:avLst/>
          </a:prstGeom>
          <a:noFill/>
        </p:spPr>
        <p:txBody>
          <a:bodyPr wrap="squar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prstClr val="black"/>
                </a:solidFill>
                <a:effectLst/>
                <a:uLnTx/>
                <a:uFillTx/>
                <a:latin typeface="Times New Roman"/>
                <a:ea typeface="맑은 고딕"/>
                <a:cs typeface="+mn-cs"/>
              </a:rPr>
              <a:t>김성수</a:t>
            </a:r>
          </a:p>
        </p:txBody>
      </p:sp>
      <p:sp>
        <p:nvSpPr>
          <p:cNvPr id="11" name="TextBox 10">
            <a:extLst>
              <a:ext uri="{FF2B5EF4-FFF2-40B4-BE49-F238E27FC236}">
                <a16:creationId xmlns:a16="http://schemas.microsoft.com/office/drawing/2014/main" id="{9B2EF547-86E4-4D19-8D48-49FC78E97060}"/>
              </a:ext>
            </a:extLst>
          </p:cNvPr>
          <p:cNvSpPr txBox="1"/>
          <p:nvPr/>
        </p:nvSpPr>
        <p:spPr>
          <a:xfrm>
            <a:off x="-108520" y="134034"/>
            <a:ext cx="8496944" cy="276999"/>
          </a:xfrm>
          <a:prstGeom prst="rect">
            <a:avLst/>
          </a:prstGeom>
          <a:noFill/>
        </p:spPr>
        <p:txBody>
          <a:bodyPr wrap="square">
            <a:spAutoFit/>
          </a:bodyPr>
          <a:lstStyle/>
          <a:p>
            <a:pPr lvl="1"/>
            <a:r>
              <a:rPr lang="en-US" altLang="ko-KR" sz="1100">
                <a:latin typeface="Calibri" panose="020F0502020204030204" pitchFamily="34" charset="0"/>
              </a:rPr>
              <a:t>[4] </a:t>
            </a:r>
            <a:r>
              <a:rPr lang="en-US" altLang="ko-KR" sz="1200">
                <a:latin typeface="Calibri" panose="020F0502020204030204" pitchFamily="34" charset="0"/>
              </a:rPr>
              <a:t>A. Vaswani</a:t>
            </a:r>
            <a:r>
              <a:rPr lang="en-US" altLang="ko-KR" sz="1200" i="1">
                <a:latin typeface="Calibri" panose="020F0502020204030204" pitchFamily="34" charset="0"/>
              </a:rPr>
              <a:t> et al., "Attention is all you need," in Advances in neural information processing systems, 2017, pp. 5998-6008. </a:t>
            </a:r>
          </a:p>
        </p:txBody>
      </p:sp>
      <p:sp>
        <p:nvSpPr>
          <p:cNvPr id="2" name="TextBox 1">
            <a:extLst>
              <a:ext uri="{FF2B5EF4-FFF2-40B4-BE49-F238E27FC236}">
                <a16:creationId xmlns:a16="http://schemas.microsoft.com/office/drawing/2014/main" id="{D7C75D15-45CD-4B20-A72F-EEBE8658A6C1}"/>
              </a:ext>
            </a:extLst>
          </p:cNvPr>
          <p:cNvSpPr txBox="1"/>
          <p:nvPr/>
        </p:nvSpPr>
        <p:spPr>
          <a:xfrm>
            <a:off x="1547664" y="2060848"/>
            <a:ext cx="5760640" cy="369332"/>
          </a:xfrm>
          <a:prstGeom prst="rect">
            <a:avLst/>
          </a:prstGeom>
          <a:noFill/>
          <a:ln>
            <a:solidFill>
              <a:srgbClr val="FF0000"/>
            </a:solidFill>
          </a:ln>
        </p:spPr>
        <p:txBody>
          <a:bodyPr wrap="square" rtlCol="0">
            <a:spAutoFit/>
          </a:bodyPr>
          <a:lstStyle/>
          <a:p>
            <a:r>
              <a:rPr lang="en-US" altLang="ko-KR" sz="1800">
                <a:solidFill>
                  <a:schemeClr val="tx1"/>
                </a:solidFill>
                <a:latin typeface="sohne"/>
              </a:rPr>
              <a:t>“The animal didn’t cross the street because it was too tired”</a:t>
            </a:r>
          </a:p>
        </p:txBody>
      </p:sp>
      <p:pic>
        <p:nvPicPr>
          <p:cNvPr id="4" name="그림 3">
            <a:extLst>
              <a:ext uri="{FF2B5EF4-FFF2-40B4-BE49-F238E27FC236}">
                <a16:creationId xmlns:a16="http://schemas.microsoft.com/office/drawing/2014/main" id="{AB23CC29-33C1-4BA2-B441-9EC31F4F6EAF}"/>
              </a:ext>
            </a:extLst>
          </p:cNvPr>
          <p:cNvPicPr>
            <a:picLocks noChangeAspect="1"/>
          </p:cNvPicPr>
          <p:nvPr/>
        </p:nvPicPr>
        <p:blipFill>
          <a:blip r:embed="rId3"/>
          <a:stretch>
            <a:fillRect/>
          </a:stretch>
        </p:blipFill>
        <p:spPr>
          <a:xfrm>
            <a:off x="2915816" y="3770495"/>
            <a:ext cx="2869878" cy="2706507"/>
          </a:xfrm>
          <a:prstGeom prst="rect">
            <a:avLst/>
          </a:prstGeom>
        </p:spPr>
      </p:pic>
    </p:spTree>
    <p:extLst>
      <p:ext uri="{BB962C8B-B14F-4D97-AF65-F5344CB8AC3E}">
        <p14:creationId xmlns:p14="http://schemas.microsoft.com/office/powerpoint/2010/main" val="11176164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F6AF8C84-D71B-418C-8105-F46100185E82}"/>
              </a:ext>
            </a:extLst>
          </p:cNvPr>
          <p:cNvSpPr>
            <a:spLocks noGrp="1"/>
          </p:cNvSpPr>
          <p:nvPr>
            <p:ph type="title"/>
          </p:nvPr>
        </p:nvSpPr>
        <p:spPr>
          <a:xfrm>
            <a:off x="228600" y="327671"/>
            <a:ext cx="8686800" cy="838200"/>
          </a:xfrm>
        </p:spPr>
        <p:txBody>
          <a:bodyPr/>
          <a:lstStyle/>
          <a:p>
            <a:r>
              <a:rPr lang="en-US" altLang="ko-KR"/>
              <a:t>Transformer[4]</a:t>
            </a:r>
            <a:endParaRPr lang="ko-KR" altLang="en-US" dirty="0"/>
          </a:p>
        </p:txBody>
      </p:sp>
      <p:sp>
        <p:nvSpPr>
          <p:cNvPr id="69" name="내용 개체 틀 68">
            <a:extLst>
              <a:ext uri="{FF2B5EF4-FFF2-40B4-BE49-F238E27FC236}">
                <a16:creationId xmlns:a16="http://schemas.microsoft.com/office/drawing/2014/main" id="{56656ED1-D8C9-409D-9371-34A8CF7BDB34}"/>
              </a:ext>
            </a:extLst>
          </p:cNvPr>
          <p:cNvSpPr>
            <a:spLocks noGrp="1"/>
          </p:cNvSpPr>
          <p:nvPr>
            <p:ph idx="1"/>
          </p:nvPr>
        </p:nvSpPr>
        <p:spPr>
          <a:xfrm>
            <a:off x="251520" y="1165871"/>
            <a:ext cx="8686800" cy="5238224"/>
          </a:xfrm>
        </p:spPr>
        <p:txBody>
          <a:bodyPr>
            <a:normAutofit/>
          </a:bodyPr>
          <a:lstStyle/>
          <a:p>
            <a:r>
              <a:rPr lang="en-US" altLang="ko-KR" sz="1800">
                <a:solidFill>
                  <a:schemeClr val="tx1"/>
                </a:solidFill>
                <a:latin typeface="sohne"/>
              </a:rPr>
              <a:t>Self – Attention mechanism : Queries, Keys, Values </a:t>
            </a:r>
          </a:p>
          <a:p>
            <a:pPr lvl="1"/>
            <a:r>
              <a:rPr lang="en-US" altLang="ko-KR" sz="1400">
                <a:solidFill>
                  <a:schemeClr val="tx1"/>
                </a:solidFill>
                <a:latin typeface="sohne"/>
              </a:rPr>
              <a:t>Step 1 : </a:t>
            </a:r>
            <a:r>
              <a:rPr lang="en-US" altLang="ko-KR" sz="1400">
                <a:solidFill>
                  <a:srgbClr val="FF0000"/>
                </a:solidFill>
                <a:latin typeface="sohne"/>
              </a:rPr>
              <a:t>Create three vectors from each of the encoder’s input vectors(=for each word) </a:t>
            </a:r>
          </a:p>
          <a:p>
            <a:pPr lvl="1"/>
            <a:r>
              <a:rPr lang="en-US" altLang="ko-KR" sz="1400">
                <a:solidFill>
                  <a:schemeClr val="tx1"/>
                </a:solidFill>
                <a:latin typeface="sohne"/>
              </a:rPr>
              <a:t>** Note : Dimension of embedding vector != Dimension of Query,Key,Value vector</a:t>
            </a:r>
            <a:endParaRPr lang="en-US" altLang="ko-KR" sz="1800">
              <a:solidFill>
                <a:schemeClr val="tx1"/>
              </a:solidFill>
              <a:latin typeface="sohne"/>
            </a:endParaRPr>
          </a:p>
          <a:p>
            <a:pPr marL="457200" lvl="1" indent="0">
              <a:buNone/>
            </a:pPr>
            <a:endParaRPr lang="en-US" altLang="ko-KR" sz="1400">
              <a:solidFill>
                <a:srgbClr val="FF0000"/>
              </a:solidFill>
              <a:latin typeface="Calibri" panose="020F0502020204030204" pitchFamily="34" charset="0"/>
            </a:endParaRPr>
          </a:p>
          <a:p>
            <a:pPr marR="0"/>
            <a:endParaRPr lang="en-US" altLang="ko-KR" sz="1800" i="1">
              <a:latin typeface="Calibri" panose="020F0502020204030204" pitchFamily="34" charset="0"/>
            </a:endParaRPr>
          </a:p>
          <a:p>
            <a:pPr marR="0"/>
            <a:endParaRPr lang="en-US" altLang="ko-KR" sz="1800" i="1">
              <a:latin typeface="Calibri" panose="020F0502020204030204" pitchFamily="34" charset="0"/>
            </a:endParaRPr>
          </a:p>
          <a:p>
            <a:pPr marR="0"/>
            <a:endParaRPr lang="en-US" altLang="ko-KR" sz="1800" i="1">
              <a:latin typeface="Calibri" panose="020F0502020204030204" pitchFamily="34" charset="0"/>
            </a:endParaRPr>
          </a:p>
        </p:txBody>
      </p:sp>
      <p:sp>
        <p:nvSpPr>
          <p:cNvPr id="9" name="TextBox 8">
            <a:extLst>
              <a:ext uri="{FF2B5EF4-FFF2-40B4-BE49-F238E27FC236}">
                <a16:creationId xmlns:a16="http://schemas.microsoft.com/office/drawing/2014/main" id="{11932515-A07D-43CF-8879-1D2F43D9E7EF}"/>
              </a:ext>
            </a:extLst>
          </p:cNvPr>
          <p:cNvSpPr txBox="1"/>
          <p:nvPr/>
        </p:nvSpPr>
        <p:spPr>
          <a:xfrm>
            <a:off x="6420556" y="87868"/>
            <a:ext cx="2628956" cy="369332"/>
          </a:xfrm>
          <a:prstGeom prst="rect">
            <a:avLst/>
          </a:prstGeom>
          <a:noFill/>
        </p:spPr>
        <p:txBody>
          <a:bodyPr wrap="squar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prstClr val="black"/>
                </a:solidFill>
                <a:effectLst/>
                <a:uLnTx/>
                <a:uFillTx/>
                <a:latin typeface="Times New Roman"/>
                <a:ea typeface="맑은 고딕"/>
                <a:cs typeface="+mn-cs"/>
              </a:rPr>
              <a:t>김성수</a:t>
            </a:r>
          </a:p>
        </p:txBody>
      </p:sp>
      <p:sp>
        <p:nvSpPr>
          <p:cNvPr id="11" name="TextBox 10">
            <a:extLst>
              <a:ext uri="{FF2B5EF4-FFF2-40B4-BE49-F238E27FC236}">
                <a16:creationId xmlns:a16="http://schemas.microsoft.com/office/drawing/2014/main" id="{9B2EF547-86E4-4D19-8D48-49FC78E97060}"/>
              </a:ext>
            </a:extLst>
          </p:cNvPr>
          <p:cNvSpPr txBox="1"/>
          <p:nvPr/>
        </p:nvSpPr>
        <p:spPr>
          <a:xfrm>
            <a:off x="-108520" y="134034"/>
            <a:ext cx="8496944" cy="276999"/>
          </a:xfrm>
          <a:prstGeom prst="rect">
            <a:avLst/>
          </a:prstGeom>
          <a:noFill/>
        </p:spPr>
        <p:txBody>
          <a:bodyPr wrap="square">
            <a:spAutoFit/>
          </a:bodyPr>
          <a:lstStyle/>
          <a:p>
            <a:pPr lvl="1"/>
            <a:r>
              <a:rPr lang="en-US" altLang="ko-KR" sz="1100">
                <a:latin typeface="Calibri" panose="020F0502020204030204" pitchFamily="34" charset="0"/>
              </a:rPr>
              <a:t>[4] </a:t>
            </a:r>
            <a:r>
              <a:rPr lang="en-US" altLang="ko-KR" sz="1200">
                <a:latin typeface="Calibri" panose="020F0502020204030204" pitchFamily="34" charset="0"/>
              </a:rPr>
              <a:t>A. Vaswani</a:t>
            </a:r>
            <a:r>
              <a:rPr lang="en-US" altLang="ko-KR" sz="1200" i="1">
                <a:latin typeface="Calibri" panose="020F0502020204030204" pitchFamily="34" charset="0"/>
              </a:rPr>
              <a:t> et al., "Attention is all you need," in Advances in neural information processing systems, 2017, pp. 5998-6008. </a:t>
            </a:r>
          </a:p>
        </p:txBody>
      </p:sp>
      <p:pic>
        <p:nvPicPr>
          <p:cNvPr id="6" name="그림 5">
            <a:extLst>
              <a:ext uri="{FF2B5EF4-FFF2-40B4-BE49-F238E27FC236}">
                <a16:creationId xmlns:a16="http://schemas.microsoft.com/office/drawing/2014/main" id="{EF99C42F-322D-4EBB-B6D8-269565202987}"/>
              </a:ext>
            </a:extLst>
          </p:cNvPr>
          <p:cNvPicPr>
            <a:picLocks noChangeAspect="1"/>
          </p:cNvPicPr>
          <p:nvPr/>
        </p:nvPicPr>
        <p:blipFill>
          <a:blip r:embed="rId3"/>
          <a:stretch>
            <a:fillRect/>
          </a:stretch>
        </p:blipFill>
        <p:spPr>
          <a:xfrm>
            <a:off x="1907704" y="2204864"/>
            <a:ext cx="5112568" cy="4405169"/>
          </a:xfrm>
          <a:prstGeom prst="rect">
            <a:avLst/>
          </a:prstGeom>
        </p:spPr>
      </p:pic>
    </p:spTree>
    <p:extLst>
      <p:ext uri="{BB962C8B-B14F-4D97-AF65-F5344CB8AC3E}">
        <p14:creationId xmlns:p14="http://schemas.microsoft.com/office/powerpoint/2010/main" val="9046400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F6AF8C84-D71B-418C-8105-F46100185E82}"/>
              </a:ext>
            </a:extLst>
          </p:cNvPr>
          <p:cNvSpPr>
            <a:spLocks noGrp="1"/>
          </p:cNvSpPr>
          <p:nvPr>
            <p:ph type="title"/>
          </p:nvPr>
        </p:nvSpPr>
        <p:spPr>
          <a:xfrm>
            <a:off x="228600" y="327671"/>
            <a:ext cx="8686800" cy="838200"/>
          </a:xfrm>
        </p:spPr>
        <p:txBody>
          <a:bodyPr/>
          <a:lstStyle/>
          <a:p>
            <a:r>
              <a:rPr lang="en-US" altLang="ko-KR"/>
              <a:t>Transformer[4]</a:t>
            </a:r>
            <a:endParaRPr lang="ko-KR" altLang="en-US" dirty="0"/>
          </a:p>
        </p:txBody>
      </p:sp>
      <p:sp>
        <p:nvSpPr>
          <p:cNvPr id="69" name="내용 개체 틀 68">
            <a:extLst>
              <a:ext uri="{FF2B5EF4-FFF2-40B4-BE49-F238E27FC236}">
                <a16:creationId xmlns:a16="http://schemas.microsoft.com/office/drawing/2014/main" id="{56656ED1-D8C9-409D-9371-34A8CF7BDB34}"/>
              </a:ext>
            </a:extLst>
          </p:cNvPr>
          <p:cNvSpPr>
            <a:spLocks noGrp="1"/>
          </p:cNvSpPr>
          <p:nvPr>
            <p:ph idx="1"/>
          </p:nvPr>
        </p:nvSpPr>
        <p:spPr>
          <a:xfrm>
            <a:off x="251520" y="1165871"/>
            <a:ext cx="8686800" cy="5238224"/>
          </a:xfrm>
        </p:spPr>
        <p:txBody>
          <a:bodyPr>
            <a:normAutofit/>
          </a:bodyPr>
          <a:lstStyle/>
          <a:p>
            <a:r>
              <a:rPr lang="en-US" altLang="ko-KR" sz="1800">
                <a:solidFill>
                  <a:schemeClr val="tx1"/>
                </a:solidFill>
                <a:latin typeface="sohne"/>
              </a:rPr>
              <a:t>Self – Attention mechanism : Queries, Keys, Values </a:t>
            </a:r>
          </a:p>
          <a:p>
            <a:pPr lvl="1"/>
            <a:r>
              <a:rPr lang="en-US" altLang="ko-KR" sz="1400">
                <a:solidFill>
                  <a:schemeClr val="tx1"/>
                </a:solidFill>
                <a:latin typeface="sohne"/>
              </a:rPr>
              <a:t>Step 2 : </a:t>
            </a:r>
            <a:r>
              <a:rPr lang="en-US" altLang="ko-KR" sz="1400">
                <a:solidFill>
                  <a:srgbClr val="FF0000"/>
                </a:solidFill>
                <a:latin typeface="sohne"/>
              </a:rPr>
              <a:t>Calculate a score by dot product of Query &amp; Key vectors</a:t>
            </a:r>
          </a:p>
          <a:p>
            <a:pPr marL="457200" lvl="1" indent="0">
              <a:buNone/>
            </a:pPr>
            <a:endParaRPr lang="en-US" altLang="ko-KR" sz="1400">
              <a:solidFill>
                <a:srgbClr val="FF0000"/>
              </a:solidFill>
              <a:latin typeface="Calibri" panose="020F0502020204030204" pitchFamily="34" charset="0"/>
            </a:endParaRPr>
          </a:p>
          <a:p>
            <a:pPr marR="0"/>
            <a:endParaRPr lang="en-US" altLang="ko-KR" sz="1800" i="1">
              <a:latin typeface="Calibri" panose="020F0502020204030204" pitchFamily="34" charset="0"/>
            </a:endParaRPr>
          </a:p>
          <a:p>
            <a:pPr marR="0"/>
            <a:endParaRPr lang="en-US" altLang="ko-KR" sz="1800" i="1">
              <a:latin typeface="Calibri" panose="020F0502020204030204" pitchFamily="34" charset="0"/>
            </a:endParaRPr>
          </a:p>
          <a:p>
            <a:pPr marR="0"/>
            <a:endParaRPr lang="en-US" altLang="ko-KR" sz="1800" i="1">
              <a:latin typeface="Calibri" panose="020F0502020204030204" pitchFamily="34" charset="0"/>
            </a:endParaRPr>
          </a:p>
        </p:txBody>
      </p:sp>
      <p:sp>
        <p:nvSpPr>
          <p:cNvPr id="9" name="TextBox 8">
            <a:extLst>
              <a:ext uri="{FF2B5EF4-FFF2-40B4-BE49-F238E27FC236}">
                <a16:creationId xmlns:a16="http://schemas.microsoft.com/office/drawing/2014/main" id="{11932515-A07D-43CF-8879-1D2F43D9E7EF}"/>
              </a:ext>
            </a:extLst>
          </p:cNvPr>
          <p:cNvSpPr txBox="1"/>
          <p:nvPr/>
        </p:nvSpPr>
        <p:spPr>
          <a:xfrm>
            <a:off x="6420556" y="87868"/>
            <a:ext cx="2628956" cy="369332"/>
          </a:xfrm>
          <a:prstGeom prst="rect">
            <a:avLst/>
          </a:prstGeom>
          <a:noFill/>
        </p:spPr>
        <p:txBody>
          <a:bodyPr wrap="squar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prstClr val="black"/>
                </a:solidFill>
                <a:effectLst/>
                <a:uLnTx/>
                <a:uFillTx/>
                <a:latin typeface="Times New Roman"/>
                <a:ea typeface="맑은 고딕"/>
                <a:cs typeface="+mn-cs"/>
              </a:rPr>
              <a:t>김성수</a:t>
            </a:r>
          </a:p>
        </p:txBody>
      </p:sp>
      <p:sp>
        <p:nvSpPr>
          <p:cNvPr id="11" name="TextBox 10">
            <a:extLst>
              <a:ext uri="{FF2B5EF4-FFF2-40B4-BE49-F238E27FC236}">
                <a16:creationId xmlns:a16="http://schemas.microsoft.com/office/drawing/2014/main" id="{9B2EF547-86E4-4D19-8D48-49FC78E97060}"/>
              </a:ext>
            </a:extLst>
          </p:cNvPr>
          <p:cNvSpPr txBox="1"/>
          <p:nvPr/>
        </p:nvSpPr>
        <p:spPr>
          <a:xfrm>
            <a:off x="-108520" y="134034"/>
            <a:ext cx="8496944" cy="276999"/>
          </a:xfrm>
          <a:prstGeom prst="rect">
            <a:avLst/>
          </a:prstGeom>
          <a:noFill/>
        </p:spPr>
        <p:txBody>
          <a:bodyPr wrap="square">
            <a:spAutoFit/>
          </a:bodyPr>
          <a:lstStyle/>
          <a:p>
            <a:pPr lvl="1"/>
            <a:r>
              <a:rPr lang="en-US" altLang="ko-KR" sz="1100">
                <a:latin typeface="Calibri" panose="020F0502020204030204" pitchFamily="34" charset="0"/>
              </a:rPr>
              <a:t>[4] </a:t>
            </a:r>
            <a:r>
              <a:rPr lang="en-US" altLang="ko-KR" sz="1200">
                <a:latin typeface="Calibri" panose="020F0502020204030204" pitchFamily="34" charset="0"/>
              </a:rPr>
              <a:t>A. Vaswani</a:t>
            </a:r>
            <a:r>
              <a:rPr lang="en-US" altLang="ko-KR" sz="1200" i="1">
                <a:latin typeface="Calibri" panose="020F0502020204030204" pitchFamily="34" charset="0"/>
              </a:rPr>
              <a:t> et al., "Attention is all you need," in Advances in neural information processing systems, 2017, pp. 5998-6008. </a:t>
            </a:r>
          </a:p>
        </p:txBody>
      </p:sp>
      <p:pic>
        <p:nvPicPr>
          <p:cNvPr id="3" name="그림 2">
            <a:extLst>
              <a:ext uri="{FF2B5EF4-FFF2-40B4-BE49-F238E27FC236}">
                <a16:creationId xmlns:a16="http://schemas.microsoft.com/office/drawing/2014/main" id="{2D8A8AF3-E5E1-4211-B99C-F8FF9D91E8C9}"/>
              </a:ext>
            </a:extLst>
          </p:cNvPr>
          <p:cNvPicPr>
            <a:picLocks noChangeAspect="1"/>
          </p:cNvPicPr>
          <p:nvPr/>
        </p:nvPicPr>
        <p:blipFill>
          <a:blip r:embed="rId3"/>
          <a:stretch>
            <a:fillRect/>
          </a:stretch>
        </p:blipFill>
        <p:spPr>
          <a:xfrm>
            <a:off x="980005" y="1928464"/>
            <a:ext cx="6755029" cy="3672408"/>
          </a:xfrm>
          <a:prstGeom prst="rect">
            <a:avLst/>
          </a:prstGeom>
        </p:spPr>
      </p:pic>
    </p:spTree>
    <p:extLst>
      <p:ext uri="{BB962C8B-B14F-4D97-AF65-F5344CB8AC3E}">
        <p14:creationId xmlns:p14="http://schemas.microsoft.com/office/powerpoint/2010/main" val="28402064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F6AF8C84-D71B-418C-8105-F46100185E82}"/>
              </a:ext>
            </a:extLst>
          </p:cNvPr>
          <p:cNvSpPr>
            <a:spLocks noGrp="1"/>
          </p:cNvSpPr>
          <p:nvPr>
            <p:ph type="title"/>
          </p:nvPr>
        </p:nvSpPr>
        <p:spPr>
          <a:xfrm>
            <a:off x="228600" y="327671"/>
            <a:ext cx="8686800" cy="838200"/>
          </a:xfrm>
        </p:spPr>
        <p:txBody>
          <a:bodyPr/>
          <a:lstStyle/>
          <a:p>
            <a:r>
              <a:rPr lang="en-US" altLang="ko-KR"/>
              <a:t>Transformer[4]</a:t>
            </a:r>
            <a:endParaRPr lang="ko-KR" altLang="en-US" dirty="0"/>
          </a:p>
        </p:txBody>
      </p:sp>
      <p:sp>
        <p:nvSpPr>
          <p:cNvPr id="69" name="내용 개체 틀 68">
            <a:extLst>
              <a:ext uri="{FF2B5EF4-FFF2-40B4-BE49-F238E27FC236}">
                <a16:creationId xmlns:a16="http://schemas.microsoft.com/office/drawing/2014/main" id="{56656ED1-D8C9-409D-9371-34A8CF7BDB34}"/>
              </a:ext>
            </a:extLst>
          </p:cNvPr>
          <p:cNvSpPr>
            <a:spLocks noGrp="1"/>
          </p:cNvSpPr>
          <p:nvPr>
            <p:ph idx="1"/>
          </p:nvPr>
        </p:nvSpPr>
        <p:spPr>
          <a:xfrm>
            <a:off x="251520" y="1165871"/>
            <a:ext cx="8686800" cy="5238224"/>
          </a:xfrm>
          <a:ln>
            <a:solidFill>
              <a:schemeClr val="bg1"/>
            </a:solidFill>
          </a:ln>
        </p:spPr>
        <p:txBody>
          <a:bodyPr>
            <a:normAutofit/>
          </a:bodyPr>
          <a:lstStyle/>
          <a:p>
            <a:r>
              <a:rPr lang="en-US" altLang="ko-KR" sz="1800">
                <a:solidFill>
                  <a:schemeClr val="tx1"/>
                </a:solidFill>
                <a:latin typeface="sohne"/>
              </a:rPr>
              <a:t>Self – Attention mechanism : Queries, Keys, Values </a:t>
            </a:r>
          </a:p>
          <a:p>
            <a:pPr lvl="1"/>
            <a:r>
              <a:rPr lang="en-US" altLang="ko-KR" sz="1400">
                <a:solidFill>
                  <a:schemeClr val="tx1"/>
                </a:solidFill>
                <a:latin typeface="sohne"/>
              </a:rPr>
              <a:t>Step 3 : Divide the scores by the square root of the dimension of the key vector </a:t>
            </a:r>
          </a:p>
          <a:p>
            <a:pPr lvl="2"/>
            <a:r>
              <a:rPr lang="en-US" altLang="ko-KR" sz="1200">
                <a:solidFill>
                  <a:schemeClr val="tx1"/>
                </a:solidFill>
                <a:latin typeface="sohne"/>
              </a:rPr>
              <a:t>To get more stable gradients while training</a:t>
            </a:r>
          </a:p>
          <a:p>
            <a:pPr lvl="1"/>
            <a:r>
              <a:rPr lang="en-US" altLang="ko-KR" sz="1400">
                <a:solidFill>
                  <a:schemeClr val="tx1"/>
                </a:solidFill>
                <a:latin typeface="sohne"/>
              </a:rPr>
              <a:t>Pass the result through a softmax operation</a:t>
            </a:r>
            <a:endParaRPr lang="en-US" altLang="ko-KR" sz="1400">
              <a:solidFill>
                <a:srgbClr val="FF0000"/>
              </a:solidFill>
              <a:latin typeface="sohne"/>
            </a:endParaRPr>
          </a:p>
          <a:p>
            <a:pPr marL="457200" lvl="1" indent="0">
              <a:buNone/>
            </a:pPr>
            <a:endParaRPr lang="en-US" altLang="ko-KR" sz="1400">
              <a:solidFill>
                <a:srgbClr val="FF0000"/>
              </a:solidFill>
              <a:latin typeface="Calibri" panose="020F0502020204030204" pitchFamily="34" charset="0"/>
            </a:endParaRPr>
          </a:p>
          <a:p>
            <a:pPr marR="0"/>
            <a:endParaRPr lang="en-US" altLang="ko-KR" sz="1800" i="1">
              <a:latin typeface="Calibri" panose="020F0502020204030204" pitchFamily="34" charset="0"/>
            </a:endParaRPr>
          </a:p>
          <a:p>
            <a:pPr marR="0"/>
            <a:endParaRPr lang="en-US" altLang="ko-KR" sz="1800" i="1">
              <a:latin typeface="Calibri" panose="020F0502020204030204" pitchFamily="34" charset="0"/>
            </a:endParaRPr>
          </a:p>
          <a:p>
            <a:pPr marR="0"/>
            <a:endParaRPr lang="en-US" altLang="ko-KR" sz="1800" i="1">
              <a:latin typeface="Calibri" panose="020F0502020204030204" pitchFamily="34" charset="0"/>
            </a:endParaRPr>
          </a:p>
        </p:txBody>
      </p:sp>
      <p:sp>
        <p:nvSpPr>
          <p:cNvPr id="9" name="TextBox 8">
            <a:extLst>
              <a:ext uri="{FF2B5EF4-FFF2-40B4-BE49-F238E27FC236}">
                <a16:creationId xmlns:a16="http://schemas.microsoft.com/office/drawing/2014/main" id="{11932515-A07D-43CF-8879-1D2F43D9E7EF}"/>
              </a:ext>
            </a:extLst>
          </p:cNvPr>
          <p:cNvSpPr txBox="1"/>
          <p:nvPr/>
        </p:nvSpPr>
        <p:spPr>
          <a:xfrm>
            <a:off x="6420556" y="87868"/>
            <a:ext cx="2628956" cy="369332"/>
          </a:xfrm>
          <a:prstGeom prst="rect">
            <a:avLst/>
          </a:prstGeom>
          <a:noFill/>
        </p:spPr>
        <p:txBody>
          <a:bodyPr wrap="squar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prstClr val="black"/>
                </a:solidFill>
                <a:effectLst/>
                <a:uLnTx/>
                <a:uFillTx/>
                <a:latin typeface="Times New Roman"/>
                <a:ea typeface="맑은 고딕"/>
                <a:cs typeface="+mn-cs"/>
              </a:rPr>
              <a:t>김성수</a:t>
            </a:r>
          </a:p>
        </p:txBody>
      </p:sp>
      <p:sp>
        <p:nvSpPr>
          <p:cNvPr id="11" name="TextBox 10">
            <a:extLst>
              <a:ext uri="{FF2B5EF4-FFF2-40B4-BE49-F238E27FC236}">
                <a16:creationId xmlns:a16="http://schemas.microsoft.com/office/drawing/2014/main" id="{9B2EF547-86E4-4D19-8D48-49FC78E97060}"/>
              </a:ext>
            </a:extLst>
          </p:cNvPr>
          <p:cNvSpPr txBox="1"/>
          <p:nvPr/>
        </p:nvSpPr>
        <p:spPr>
          <a:xfrm>
            <a:off x="-108520" y="134034"/>
            <a:ext cx="8496944" cy="276999"/>
          </a:xfrm>
          <a:prstGeom prst="rect">
            <a:avLst/>
          </a:prstGeom>
          <a:noFill/>
        </p:spPr>
        <p:txBody>
          <a:bodyPr wrap="square">
            <a:spAutoFit/>
          </a:bodyPr>
          <a:lstStyle/>
          <a:p>
            <a:pPr lvl="1"/>
            <a:r>
              <a:rPr lang="en-US" altLang="ko-KR" sz="1100">
                <a:latin typeface="Calibri" panose="020F0502020204030204" pitchFamily="34" charset="0"/>
              </a:rPr>
              <a:t>[4] </a:t>
            </a:r>
            <a:r>
              <a:rPr lang="en-US" altLang="ko-KR" sz="1200">
                <a:latin typeface="Calibri" panose="020F0502020204030204" pitchFamily="34" charset="0"/>
              </a:rPr>
              <a:t>A. Vaswani</a:t>
            </a:r>
            <a:r>
              <a:rPr lang="en-US" altLang="ko-KR" sz="1200" i="1">
                <a:latin typeface="Calibri" panose="020F0502020204030204" pitchFamily="34" charset="0"/>
              </a:rPr>
              <a:t> et al., "Attention is all you need," in Advances in neural information processing systems, 2017, pp. 5998-6008. </a:t>
            </a:r>
          </a:p>
        </p:txBody>
      </p:sp>
      <p:pic>
        <p:nvPicPr>
          <p:cNvPr id="4" name="그림 3">
            <a:extLst>
              <a:ext uri="{FF2B5EF4-FFF2-40B4-BE49-F238E27FC236}">
                <a16:creationId xmlns:a16="http://schemas.microsoft.com/office/drawing/2014/main" id="{E100238E-876B-4FA1-9282-C4158E342146}"/>
              </a:ext>
            </a:extLst>
          </p:cNvPr>
          <p:cNvPicPr>
            <a:picLocks noChangeAspect="1"/>
          </p:cNvPicPr>
          <p:nvPr/>
        </p:nvPicPr>
        <p:blipFill>
          <a:blip r:embed="rId3"/>
          <a:stretch>
            <a:fillRect/>
          </a:stretch>
        </p:blipFill>
        <p:spPr>
          <a:xfrm>
            <a:off x="1259632" y="2348880"/>
            <a:ext cx="6233502" cy="4333280"/>
          </a:xfrm>
          <a:prstGeom prst="rect">
            <a:avLst/>
          </a:prstGeom>
        </p:spPr>
      </p:pic>
    </p:spTree>
    <p:extLst>
      <p:ext uri="{BB962C8B-B14F-4D97-AF65-F5344CB8AC3E}">
        <p14:creationId xmlns:p14="http://schemas.microsoft.com/office/powerpoint/2010/main" val="32695307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F6AF8C84-D71B-418C-8105-F46100185E82}"/>
              </a:ext>
            </a:extLst>
          </p:cNvPr>
          <p:cNvSpPr>
            <a:spLocks noGrp="1"/>
          </p:cNvSpPr>
          <p:nvPr>
            <p:ph type="title"/>
          </p:nvPr>
        </p:nvSpPr>
        <p:spPr>
          <a:xfrm>
            <a:off x="228600" y="327671"/>
            <a:ext cx="8686800" cy="838200"/>
          </a:xfrm>
        </p:spPr>
        <p:txBody>
          <a:bodyPr/>
          <a:lstStyle/>
          <a:p>
            <a:r>
              <a:rPr lang="en-US" altLang="ko-KR"/>
              <a:t>Transformer[4]</a:t>
            </a:r>
            <a:endParaRPr lang="ko-KR" altLang="en-US" dirty="0"/>
          </a:p>
        </p:txBody>
      </p:sp>
      <p:sp>
        <p:nvSpPr>
          <p:cNvPr id="69" name="내용 개체 틀 68">
            <a:extLst>
              <a:ext uri="{FF2B5EF4-FFF2-40B4-BE49-F238E27FC236}">
                <a16:creationId xmlns:a16="http://schemas.microsoft.com/office/drawing/2014/main" id="{56656ED1-D8C9-409D-9371-34A8CF7BDB34}"/>
              </a:ext>
            </a:extLst>
          </p:cNvPr>
          <p:cNvSpPr>
            <a:spLocks noGrp="1"/>
          </p:cNvSpPr>
          <p:nvPr>
            <p:ph idx="1"/>
          </p:nvPr>
        </p:nvSpPr>
        <p:spPr>
          <a:xfrm>
            <a:off x="251520" y="1165871"/>
            <a:ext cx="8686800" cy="5238224"/>
          </a:xfrm>
          <a:ln>
            <a:solidFill>
              <a:schemeClr val="bg1"/>
            </a:solidFill>
          </a:ln>
        </p:spPr>
        <p:txBody>
          <a:bodyPr>
            <a:normAutofit/>
          </a:bodyPr>
          <a:lstStyle/>
          <a:p>
            <a:r>
              <a:rPr lang="en-US" altLang="ko-KR" sz="1800">
                <a:solidFill>
                  <a:schemeClr val="tx1"/>
                </a:solidFill>
                <a:latin typeface="sohne"/>
              </a:rPr>
              <a:t>Self – Attention mechanism : Queries, Keys, Values </a:t>
            </a:r>
          </a:p>
          <a:p>
            <a:pPr lvl="1"/>
            <a:r>
              <a:rPr lang="en-US" altLang="ko-KR" sz="1400">
                <a:solidFill>
                  <a:schemeClr val="tx1"/>
                </a:solidFill>
                <a:latin typeface="sohne"/>
              </a:rPr>
              <a:t>Step 4 : Multiply each value vector by the softmax score</a:t>
            </a:r>
          </a:p>
          <a:p>
            <a:pPr lvl="1"/>
            <a:r>
              <a:rPr lang="en-US" altLang="ko-KR" sz="1400">
                <a:solidFill>
                  <a:schemeClr val="tx1"/>
                </a:solidFill>
                <a:latin typeface="sohne"/>
              </a:rPr>
              <a:t>Step 5 : Sum up the weighted value vectors</a:t>
            </a:r>
          </a:p>
          <a:p>
            <a:pPr marL="457200" lvl="1" indent="0">
              <a:buNone/>
            </a:pPr>
            <a:endParaRPr lang="en-US" altLang="ko-KR" sz="1400">
              <a:solidFill>
                <a:srgbClr val="FF0000"/>
              </a:solidFill>
              <a:latin typeface="Calibri" panose="020F0502020204030204" pitchFamily="34" charset="0"/>
            </a:endParaRPr>
          </a:p>
          <a:p>
            <a:pPr marR="0"/>
            <a:endParaRPr lang="en-US" altLang="ko-KR" sz="1800" i="1">
              <a:latin typeface="Calibri" panose="020F0502020204030204" pitchFamily="34" charset="0"/>
            </a:endParaRPr>
          </a:p>
          <a:p>
            <a:pPr marR="0"/>
            <a:endParaRPr lang="en-US" altLang="ko-KR" sz="1800" i="1">
              <a:latin typeface="Calibri" panose="020F0502020204030204" pitchFamily="34" charset="0"/>
            </a:endParaRPr>
          </a:p>
          <a:p>
            <a:pPr marR="0"/>
            <a:endParaRPr lang="en-US" altLang="ko-KR" sz="1800" i="1">
              <a:latin typeface="Calibri" panose="020F0502020204030204" pitchFamily="34" charset="0"/>
            </a:endParaRPr>
          </a:p>
        </p:txBody>
      </p:sp>
      <p:sp>
        <p:nvSpPr>
          <p:cNvPr id="9" name="TextBox 8">
            <a:extLst>
              <a:ext uri="{FF2B5EF4-FFF2-40B4-BE49-F238E27FC236}">
                <a16:creationId xmlns:a16="http://schemas.microsoft.com/office/drawing/2014/main" id="{11932515-A07D-43CF-8879-1D2F43D9E7EF}"/>
              </a:ext>
            </a:extLst>
          </p:cNvPr>
          <p:cNvSpPr txBox="1"/>
          <p:nvPr/>
        </p:nvSpPr>
        <p:spPr>
          <a:xfrm>
            <a:off x="6420556" y="87868"/>
            <a:ext cx="2628956" cy="369332"/>
          </a:xfrm>
          <a:prstGeom prst="rect">
            <a:avLst/>
          </a:prstGeom>
          <a:noFill/>
        </p:spPr>
        <p:txBody>
          <a:bodyPr wrap="squar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prstClr val="black"/>
                </a:solidFill>
                <a:effectLst/>
                <a:uLnTx/>
                <a:uFillTx/>
                <a:latin typeface="Times New Roman"/>
                <a:ea typeface="맑은 고딕"/>
                <a:cs typeface="+mn-cs"/>
              </a:rPr>
              <a:t>김성수</a:t>
            </a:r>
          </a:p>
        </p:txBody>
      </p:sp>
      <p:sp>
        <p:nvSpPr>
          <p:cNvPr id="11" name="TextBox 10">
            <a:extLst>
              <a:ext uri="{FF2B5EF4-FFF2-40B4-BE49-F238E27FC236}">
                <a16:creationId xmlns:a16="http://schemas.microsoft.com/office/drawing/2014/main" id="{9B2EF547-86E4-4D19-8D48-49FC78E97060}"/>
              </a:ext>
            </a:extLst>
          </p:cNvPr>
          <p:cNvSpPr txBox="1"/>
          <p:nvPr/>
        </p:nvSpPr>
        <p:spPr>
          <a:xfrm>
            <a:off x="-108520" y="134034"/>
            <a:ext cx="8496944" cy="276999"/>
          </a:xfrm>
          <a:prstGeom prst="rect">
            <a:avLst/>
          </a:prstGeom>
          <a:noFill/>
        </p:spPr>
        <p:txBody>
          <a:bodyPr wrap="square">
            <a:spAutoFit/>
          </a:bodyPr>
          <a:lstStyle/>
          <a:p>
            <a:pPr lvl="1"/>
            <a:r>
              <a:rPr lang="en-US" altLang="ko-KR" sz="1100">
                <a:latin typeface="Calibri" panose="020F0502020204030204" pitchFamily="34" charset="0"/>
              </a:rPr>
              <a:t>[4] </a:t>
            </a:r>
            <a:r>
              <a:rPr lang="en-US" altLang="ko-KR" sz="1200">
                <a:latin typeface="Calibri" panose="020F0502020204030204" pitchFamily="34" charset="0"/>
              </a:rPr>
              <a:t>A. Vaswani</a:t>
            </a:r>
            <a:r>
              <a:rPr lang="en-US" altLang="ko-KR" sz="1200" i="1">
                <a:latin typeface="Calibri" panose="020F0502020204030204" pitchFamily="34" charset="0"/>
              </a:rPr>
              <a:t> et al., "Attention is all you need," in Advances in neural information processing systems, 2017, pp. 5998-6008. </a:t>
            </a:r>
          </a:p>
        </p:txBody>
      </p:sp>
      <p:pic>
        <p:nvPicPr>
          <p:cNvPr id="3" name="그림 2">
            <a:extLst>
              <a:ext uri="{FF2B5EF4-FFF2-40B4-BE49-F238E27FC236}">
                <a16:creationId xmlns:a16="http://schemas.microsoft.com/office/drawing/2014/main" id="{52164A3B-A4FD-473E-807E-E91E520E4992}"/>
              </a:ext>
            </a:extLst>
          </p:cNvPr>
          <p:cNvPicPr>
            <a:picLocks noChangeAspect="1"/>
          </p:cNvPicPr>
          <p:nvPr/>
        </p:nvPicPr>
        <p:blipFill>
          <a:blip r:embed="rId3"/>
          <a:stretch>
            <a:fillRect/>
          </a:stretch>
        </p:blipFill>
        <p:spPr>
          <a:xfrm>
            <a:off x="2146339" y="2105472"/>
            <a:ext cx="4729917" cy="4633595"/>
          </a:xfrm>
          <a:prstGeom prst="rect">
            <a:avLst/>
          </a:prstGeom>
        </p:spPr>
      </p:pic>
    </p:spTree>
    <p:extLst>
      <p:ext uri="{BB962C8B-B14F-4D97-AF65-F5344CB8AC3E}">
        <p14:creationId xmlns:p14="http://schemas.microsoft.com/office/powerpoint/2010/main" val="25007445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F6AF8C84-D71B-418C-8105-F46100185E82}"/>
              </a:ext>
            </a:extLst>
          </p:cNvPr>
          <p:cNvSpPr>
            <a:spLocks noGrp="1"/>
          </p:cNvSpPr>
          <p:nvPr>
            <p:ph type="title"/>
          </p:nvPr>
        </p:nvSpPr>
        <p:spPr>
          <a:xfrm>
            <a:off x="228600" y="327671"/>
            <a:ext cx="8686800" cy="838200"/>
          </a:xfrm>
        </p:spPr>
        <p:txBody>
          <a:bodyPr/>
          <a:lstStyle/>
          <a:p>
            <a:r>
              <a:rPr lang="en-US" altLang="ko-KR"/>
              <a:t>Transformer[4]</a:t>
            </a:r>
            <a:endParaRPr lang="ko-KR" altLang="en-US" dirty="0"/>
          </a:p>
        </p:txBody>
      </p:sp>
      <p:sp>
        <p:nvSpPr>
          <p:cNvPr id="69" name="내용 개체 틀 68">
            <a:extLst>
              <a:ext uri="{FF2B5EF4-FFF2-40B4-BE49-F238E27FC236}">
                <a16:creationId xmlns:a16="http://schemas.microsoft.com/office/drawing/2014/main" id="{56656ED1-D8C9-409D-9371-34A8CF7BDB34}"/>
              </a:ext>
            </a:extLst>
          </p:cNvPr>
          <p:cNvSpPr>
            <a:spLocks noGrp="1"/>
          </p:cNvSpPr>
          <p:nvPr>
            <p:ph idx="1"/>
          </p:nvPr>
        </p:nvSpPr>
        <p:spPr>
          <a:xfrm>
            <a:off x="251520" y="1165871"/>
            <a:ext cx="8686800" cy="5238224"/>
          </a:xfrm>
          <a:ln>
            <a:solidFill>
              <a:schemeClr val="bg1"/>
            </a:solidFill>
          </a:ln>
        </p:spPr>
        <p:txBody>
          <a:bodyPr>
            <a:normAutofit/>
          </a:bodyPr>
          <a:lstStyle/>
          <a:p>
            <a:r>
              <a:rPr lang="en-US" altLang="ko-KR" sz="1800">
                <a:solidFill>
                  <a:schemeClr val="tx1"/>
                </a:solidFill>
                <a:latin typeface="sohne"/>
              </a:rPr>
              <a:t>Self – Attention mechanism : </a:t>
            </a:r>
            <a:r>
              <a:rPr lang="en-US" altLang="ko-KR" sz="1600">
                <a:solidFill>
                  <a:schemeClr val="tx1"/>
                </a:solidFill>
                <a:latin typeface="sohne"/>
              </a:rPr>
              <a:t>Trainable papameters(Weights)</a:t>
            </a:r>
          </a:p>
          <a:p>
            <a:pPr marL="457200" lvl="1" indent="0">
              <a:buNone/>
            </a:pPr>
            <a:endParaRPr lang="en-US" altLang="ko-KR" sz="1400">
              <a:solidFill>
                <a:srgbClr val="FF0000"/>
              </a:solidFill>
              <a:latin typeface="Calibri" panose="020F0502020204030204" pitchFamily="34" charset="0"/>
            </a:endParaRPr>
          </a:p>
          <a:p>
            <a:pPr marR="0"/>
            <a:endParaRPr lang="en-US" altLang="ko-KR" sz="1800" i="1">
              <a:latin typeface="Calibri" panose="020F0502020204030204" pitchFamily="34" charset="0"/>
            </a:endParaRPr>
          </a:p>
          <a:p>
            <a:pPr marR="0"/>
            <a:endParaRPr lang="en-US" altLang="ko-KR" sz="1800" i="1">
              <a:latin typeface="Calibri" panose="020F0502020204030204" pitchFamily="34" charset="0"/>
            </a:endParaRPr>
          </a:p>
          <a:p>
            <a:pPr marR="0"/>
            <a:endParaRPr lang="en-US" altLang="ko-KR" sz="1800" i="1">
              <a:latin typeface="Calibri" panose="020F0502020204030204" pitchFamily="34" charset="0"/>
            </a:endParaRPr>
          </a:p>
        </p:txBody>
      </p:sp>
      <p:sp>
        <p:nvSpPr>
          <p:cNvPr id="9" name="TextBox 8">
            <a:extLst>
              <a:ext uri="{FF2B5EF4-FFF2-40B4-BE49-F238E27FC236}">
                <a16:creationId xmlns:a16="http://schemas.microsoft.com/office/drawing/2014/main" id="{11932515-A07D-43CF-8879-1D2F43D9E7EF}"/>
              </a:ext>
            </a:extLst>
          </p:cNvPr>
          <p:cNvSpPr txBox="1"/>
          <p:nvPr/>
        </p:nvSpPr>
        <p:spPr>
          <a:xfrm>
            <a:off x="6420556" y="87868"/>
            <a:ext cx="2628956" cy="369332"/>
          </a:xfrm>
          <a:prstGeom prst="rect">
            <a:avLst/>
          </a:prstGeom>
          <a:noFill/>
        </p:spPr>
        <p:txBody>
          <a:bodyPr wrap="squar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prstClr val="black"/>
                </a:solidFill>
                <a:effectLst/>
                <a:uLnTx/>
                <a:uFillTx/>
                <a:latin typeface="Times New Roman"/>
                <a:ea typeface="맑은 고딕"/>
                <a:cs typeface="+mn-cs"/>
              </a:rPr>
              <a:t>김성수</a:t>
            </a:r>
          </a:p>
        </p:txBody>
      </p:sp>
      <p:sp>
        <p:nvSpPr>
          <p:cNvPr id="11" name="TextBox 10">
            <a:extLst>
              <a:ext uri="{FF2B5EF4-FFF2-40B4-BE49-F238E27FC236}">
                <a16:creationId xmlns:a16="http://schemas.microsoft.com/office/drawing/2014/main" id="{9B2EF547-86E4-4D19-8D48-49FC78E97060}"/>
              </a:ext>
            </a:extLst>
          </p:cNvPr>
          <p:cNvSpPr txBox="1"/>
          <p:nvPr/>
        </p:nvSpPr>
        <p:spPr>
          <a:xfrm>
            <a:off x="-108520" y="134034"/>
            <a:ext cx="8496944" cy="276999"/>
          </a:xfrm>
          <a:prstGeom prst="rect">
            <a:avLst/>
          </a:prstGeom>
          <a:noFill/>
        </p:spPr>
        <p:txBody>
          <a:bodyPr wrap="square">
            <a:spAutoFit/>
          </a:bodyPr>
          <a:lstStyle/>
          <a:p>
            <a:pPr lvl="1"/>
            <a:r>
              <a:rPr lang="en-US" altLang="ko-KR" sz="1100">
                <a:latin typeface="Calibri" panose="020F0502020204030204" pitchFamily="34" charset="0"/>
              </a:rPr>
              <a:t>[4] </a:t>
            </a:r>
            <a:r>
              <a:rPr lang="en-US" altLang="ko-KR" sz="1200">
                <a:latin typeface="Calibri" panose="020F0502020204030204" pitchFamily="34" charset="0"/>
              </a:rPr>
              <a:t>A. Vaswani</a:t>
            </a:r>
            <a:r>
              <a:rPr lang="en-US" altLang="ko-KR" sz="1200" i="1">
                <a:latin typeface="Calibri" panose="020F0502020204030204" pitchFamily="34" charset="0"/>
              </a:rPr>
              <a:t> et al., "Attention is all you need," in Advances in neural information processing systems, 2017, pp. 5998-6008. </a:t>
            </a:r>
          </a:p>
        </p:txBody>
      </p:sp>
      <p:pic>
        <p:nvPicPr>
          <p:cNvPr id="7" name="그림 6">
            <a:extLst>
              <a:ext uri="{FF2B5EF4-FFF2-40B4-BE49-F238E27FC236}">
                <a16:creationId xmlns:a16="http://schemas.microsoft.com/office/drawing/2014/main" id="{1D361DE7-41A2-4CDE-A1C9-C1B11C94D91F}"/>
              </a:ext>
            </a:extLst>
          </p:cNvPr>
          <p:cNvPicPr>
            <a:picLocks noChangeAspect="1"/>
          </p:cNvPicPr>
          <p:nvPr/>
        </p:nvPicPr>
        <p:blipFill>
          <a:blip r:embed="rId3"/>
          <a:stretch>
            <a:fillRect/>
          </a:stretch>
        </p:blipFill>
        <p:spPr>
          <a:xfrm>
            <a:off x="971600" y="2416242"/>
            <a:ext cx="3760709" cy="3240360"/>
          </a:xfrm>
          <a:prstGeom prst="rect">
            <a:avLst/>
          </a:prstGeom>
        </p:spPr>
      </p:pic>
      <p:pic>
        <p:nvPicPr>
          <p:cNvPr id="4" name="그림 3">
            <a:extLst>
              <a:ext uri="{FF2B5EF4-FFF2-40B4-BE49-F238E27FC236}">
                <a16:creationId xmlns:a16="http://schemas.microsoft.com/office/drawing/2014/main" id="{7D821534-006E-420D-A1EC-8A3D2C746606}"/>
              </a:ext>
            </a:extLst>
          </p:cNvPr>
          <p:cNvPicPr>
            <a:picLocks noChangeAspect="1"/>
          </p:cNvPicPr>
          <p:nvPr/>
        </p:nvPicPr>
        <p:blipFill>
          <a:blip r:embed="rId4"/>
          <a:stretch>
            <a:fillRect/>
          </a:stretch>
        </p:blipFill>
        <p:spPr>
          <a:xfrm>
            <a:off x="5436096" y="1561516"/>
            <a:ext cx="2646710" cy="4949812"/>
          </a:xfrm>
          <a:prstGeom prst="rect">
            <a:avLst/>
          </a:prstGeom>
        </p:spPr>
      </p:pic>
    </p:spTree>
    <p:extLst>
      <p:ext uri="{BB962C8B-B14F-4D97-AF65-F5344CB8AC3E}">
        <p14:creationId xmlns:p14="http://schemas.microsoft.com/office/powerpoint/2010/main" val="28961191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F6AF8C84-D71B-418C-8105-F46100185E82}"/>
              </a:ext>
            </a:extLst>
          </p:cNvPr>
          <p:cNvSpPr>
            <a:spLocks noGrp="1"/>
          </p:cNvSpPr>
          <p:nvPr>
            <p:ph type="title"/>
          </p:nvPr>
        </p:nvSpPr>
        <p:spPr>
          <a:xfrm>
            <a:off x="228600" y="327671"/>
            <a:ext cx="8686800" cy="838200"/>
          </a:xfrm>
        </p:spPr>
        <p:txBody>
          <a:bodyPr/>
          <a:lstStyle/>
          <a:p>
            <a:r>
              <a:rPr lang="en-US" altLang="ko-KR"/>
              <a:t>Transformer[4]</a:t>
            </a:r>
            <a:endParaRPr lang="ko-KR" altLang="en-US" dirty="0"/>
          </a:p>
        </p:txBody>
      </p:sp>
      <p:sp>
        <p:nvSpPr>
          <p:cNvPr id="69" name="내용 개체 틀 68">
            <a:extLst>
              <a:ext uri="{FF2B5EF4-FFF2-40B4-BE49-F238E27FC236}">
                <a16:creationId xmlns:a16="http://schemas.microsoft.com/office/drawing/2014/main" id="{56656ED1-D8C9-409D-9371-34A8CF7BDB34}"/>
              </a:ext>
            </a:extLst>
          </p:cNvPr>
          <p:cNvSpPr>
            <a:spLocks noGrp="1"/>
          </p:cNvSpPr>
          <p:nvPr>
            <p:ph idx="1"/>
          </p:nvPr>
        </p:nvSpPr>
        <p:spPr>
          <a:xfrm>
            <a:off x="251520" y="1165871"/>
            <a:ext cx="8686800" cy="5238224"/>
          </a:xfrm>
          <a:ln>
            <a:solidFill>
              <a:schemeClr val="bg1"/>
            </a:solidFill>
          </a:ln>
        </p:spPr>
        <p:txBody>
          <a:bodyPr>
            <a:normAutofit/>
          </a:bodyPr>
          <a:lstStyle/>
          <a:p>
            <a:r>
              <a:rPr lang="en-US" altLang="ko-KR" sz="1800">
                <a:solidFill>
                  <a:schemeClr val="tx1"/>
                </a:solidFill>
                <a:latin typeface="sohne"/>
              </a:rPr>
              <a:t>Self – Attention mechanism : </a:t>
            </a:r>
            <a:r>
              <a:rPr lang="en-US" altLang="ko-KR" sz="1600">
                <a:solidFill>
                  <a:schemeClr val="tx1"/>
                </a:solidFill>
                <a:latin typeface="sohne"/>
              </a:rPr>
              <a:t>Matrix Calculation</a:t>
            </a:r>
            <a:endParaRPr lang="en-US" altLang="ko-KR" sz="1600">
              <a:solidFill>
                <a:srgbClr val="FF0000"/>
              </a:solidFill>
              <a:latin typeface="Calibri" panose="020F0502020204030204" pitchFamily="34" charset="0"/>
            </a:endParaRPr>
          </a:p>
          <a:p>
            <a:pPr marR="0"/>
            <a:endParaRPr lang="en-US" altLang="ko-KR" sz="1800" i="1">
              <a:latin typeface="Calibri" panose="020F0502020204030204" pitchFamily="34" charset="0"/>
            </a:endParaRPr>
          </a:p>
          <a:p>
            <a:pPr marR="0"/>
            <a:endParaRPr lang="en-US" altLang="ko-KR" sz="1800" i="1">
              <a:latin typeface="Calibri" panose="020F0502020204030204" pitchFamily="34" charset="0"/>
            </a:endParaRPr>
          </a:p>
          <a:p>
            <a:pPr marR="0"/>
            <a:endParaRPr lang="en-US" altLang="ko-KR" sz="1800" i="1">
              <a:latin typeface="Calibri" panose="020F0502020204030204" pitchFamily="34" charset="0"/>
            </a:endParaRPr>
          </a:p>
        </p:txBody>
      </p:sp>
      <p:sp>
        <p:nvSpPr>
          <p:cNvPr id="9" name="TextBox 8">
            <a:extLst>
              <a:ext uri="{FF2B5EF4-FFF2-40B4-BE49-F238E27FC236}">
                <a16:creationId xmlns:a16="http://schemas.microsoft.com/office/drawing/2014/main" id="{11932515-A07D-43CF-8879-1D2F43D9E7EF}"/>
              </a:ext>
            </a:extLst>
          </p:cNvPr>
          <p:cNvSpPr txBox="1"/>
          <p:nvPr/>
        </p:nvSpPr>
        <p:spPr>
          <a:xfrm>
            <a:off x="6420556" y="87868"/>
            <a:ext cx="2628956" cy="369332"/>
          </a:xfrm>
          <a:prstGeom prst="rect">
            <a:avLst/>
          </a:prstGeom>
          <a:noFill/>
        </p:spPr>
        <p:txBody>
          <a:bodyPr wrap="squar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prstClr val="black"/>
                </a:solidFill>
                <a:effectLst/>
                <a:uLnTx/>
                <a:uFillTx/>
                <a:latin typeface="Times New Roman"/>
                <a:ea typeface="맑은 고딕"/>
                <a:cs typeface="+mn-cs"/>
              </a:rPr>
              <a:t>김성수</a:t>
            </a:r>
          </a:p>
        </p:txBody>
      </p:sp>
      <p:sp>
        <p:nvSpPr>
          <p:cNvPr id="11" name="TextBox 10">
            <a:extLst>
              <a:ext uri="{FF2B5EF4-FFF2-40B4-BE49-F238E27FC236}">
                <a16:creationId xmlns:a16="http://schemas.microsoft.com/office/drawing/2014/main" id="{9B2EF547-86E4-4D19-8D48-49FC78E97060}"/>
              </a:ext>
            </a:extLst>
          </p:cNvPr>
          <p:cNvSpPr txBox="1"/>
          <p:nvPr/>
        </p:nvSpPr>
        <p:spPr>
          <a:xfrm>
            <a:off x="-108520" y="134034"/>
            <a:ext cx="8496944" cy="276999"/>
          </a:xfrm>
          <a:prstGeom prst="rect">
            <a:avLst/>
          </a:prstGeom>
          <a:noFill/>
        </p:spPr>
        <p:txBody>
          <a:bodyPr wrap="square">
            <a:spAutoFit/>
          </a:bodyPr>
          <a:lstStyle/>
          <a:p>
            <a:pPr lvl="1"/>
            <a:r>
              <a:rPr lang="en-US" altLang="ko-KR" sz="1100">
                <a:latin typeface="Calibri" panose="020F0502020204030204" pitchFamily="34" charset="0"/>
              </a:rPr>
              <a:t>[4] </a:t>
            </a:r>
            <a:r>
              <a:rPr lang="en-US" altLang="ko-KR" sz="1200">
                <a:latin typeface="Calibri" panose="020F0502020204030204" pitchFamily="34" charset="0"/>
              </a:rPr>
              <a:t>A. Vaswani</a:t>
            </a:r>
            <a:r>
              <a:rPr lang="en-US" altLang="ko-KR" sz="1200" i="1">
                <a:latin typeface="Calibri" panose="020F0502020204030204" pitchFamily="34" charset="0"/>
              </a:rPr>
              <a:t> et al., "Attention is all you need," in Advances in neural information processing systems, 2017, pp. 5998-6008. </a:t>
            </a:r>
          </a:p>
        </p:txBody>
      </p:sp>
      <p:pic>
        <p:nvPicPr>
          <p:cNvPr id="3" name="그림 2">
            <a:extLst>
              <a:ext uri="{FF2B5EF4-FFF2-40B4-BE49-F238E27FC236}">
                <a16:creationId xmlns:a16="http://schemas.microsoft.com/office/drawing/2014/main" id="{046093AB-C713-4A8E-864F-89A01DF714B5}"/>
              </a:ext>
            </a:extLst>
          </p:cNvPr>
          <p:cNvPicPr>
            <a:picLocks noChangeAspect="1"/>
          </p:cNvPicPr>
          <p:nvPr/>
        </p:nvPicPr>
        <p:blipFill>
          <a:blip r:embed="rId3"/>
          <a:stretch>
            <a:fillRect/>
          </a:stretch>
        </p:blipFill>
        <p:spPr>
          <a:xfrm>
            <a:off x="467544" y="1710617"/>
            <a:ext cx="4031038" cy="4703897"/>
          </a:xfrm>
          <a:prstGeom prst="rect">
            <a:avLst/>
          </a:prstGeom>
        </p:spPr>
      </p:pic>
      <p:pic>
        <p:nvPicPr>
          <p:cNvPr id="8" name="그림 7">
            <a:extLst>
              <a:ext uri="{FF2B5EF4-FFF2-40B4-BE49-F238E27FC236}">
                <a16:creationId xmlns:a16="http://schemas.microsoft.com/office/drawing/2014/main" id="{739AFA03-0D85-43B5-AACC-3E162F556A0B}"/>
              </a:ext>
            </a:extLst>
          </p:cNvPr>
          <p:cNvPicPr>
            <a:picLocks noChangeAspect="1"/>
          </p:cNvPicPr>
          <p:nvPr/>
        </p:nvPicPr>
        <p:blipFill>
          <a:blip r:embed="rId4"/>
          <a:stretch>
            <a:fillRect/>
          </a:stretch>
        </p:blipFill>
        <p:spPr>
          <a:xfrm>
            <a:off x="5074495" y="3068960"/>
            <a:ext cx="3618637" cy="1757026"/>
          </a:xfrm>
          <a:prstGeom prst="rect">
            <a:avLst/>
          </a:prstGeom>
        </p:spPr>
      </p:pic>
    </p:spTree>
    <p:extLst>
      <p:ext uri="{BB962C8B-B14F-4D97-AF65-F5344CB8AC3E}">
        <p14:creationId xmlns:p14="http://schemas.microsoft.com/office/powerpoint/2010/main" val="41999494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F6AF8C84-D71B-418C-8105-F46100185E82}"/>
              </a:ext>
            </a:extLst>
          </p:cNvPr>
          <p:cNvSpPr>
            <a:spLocks noGrp="1"/>
          </p:cNvSpPr>
          <p:nvPr>
            <p:ph type="title"/>
          </p:nvPr>
        </p:nvSpPr>
        <p:spPr>
          <a:xfrm>
            <a:off x="228600" y="327671"/>
            <a:ext cx="8686800" cy="838200"/>
          </a:xfrm>
        </p:spPr>
        <p:txBody>
          <a:bodyPr/>
          <a:lstStyle/>
          <a:p>
            <a:r>
              <a:rPr lang="en-US" altLang="ko-KR"/>
              <a:t>Transformer[4]</a:t>
            </a:r>
            <a:endParaRPr lang="ko-KR" altLang="en-US" dirty="0"/>
          </a:p>
        </p:txBody>
      </p:sp>
      <p:sp>
        <p:nvSpPr>
          <p:cNvPr id="69" name="내용 개체 틀 68">
            <a:extLst>
              <a:ext uri="{FF2B5EF4-FFF2-40B4-BE49-F238E27FC236}">
                <a16:creationId xmlns:a16="http://schemas.microsoft.com/office/drawing/2014/main" id="{56656ED1-D8C9-409D-9371-34A8CF7BDB34}"/>
              </a:ext>
            </a:extLst>
          </p:cNvPr>
          <p:cNvSpPr>
            <a:spLocks noGrp="1"/>
          </p:cNvSpPr>
          <p:nvPr>
            <p:ph idx="1"/>
          </p:nvPr>
        </p:nvSpPr>
        <p:spPr>
          <a:xfrm>
            <a:off x="251520" y="1165871"/>
            <a:ext cx="8686800" cy="5238224"/>
          </a:xfrm>
          <a:ln>
            <a:solidFill>
              <a:schemeClr val="bg1"/>
            </a:solidFill>
          </a:ln>
        </p:spPr>
        <p:txBody>
          <a:bodyPr>
            <a:normAutofit/>
          </a:bodyPr>
          <a:lstStyle/>
          <a:p>
            <a:r>
              <a:rPr lang="en-US" altLang="ko-KR" sz="1800">
                <a:solidFill>
                  <a:schemeClr val="tx1"/>
                </a:solidFill>
                <a:latin typeface="sohne"/>
              </a:rPr>
              <a:t>Multi – head attention</a:t>
            </a:r>
          </a:p>
          <a:p>
            <a:pPr lvl="1"/>
            <a:r>
              <a:rPr lang="en-US" altLang="ko-KR" sz="1200">
                <a:solidFill>
                  <a:srgbClr val="222222"/>
                </a:solidFill>
                <a:latin typeface="Helvetica" panose="020B0604020202020204" pitchFamily="34" charset="0"/>
              </a:rPr>
              <a:t>1. E</a:t>
            </a:r>
            <a:r>
              <a:rPr lang="en-US" altLang="ko-KR" sz="1200" b="0" i="0">
                <a:solidFill>
                  <a:srgbClr val="222222"/>
                </a:solidFill>
                <a:effectLst/>
                <a:latin typeface="Helvetica" panose="020B0604020202020204" pitchFamily="34" charset="0"/>
              </a:rPr>
              <a:t>xpands the model’s ability to focus on different positions</a:t>
            </a:r>
          </a:p>
          <a:p>
            <a:pPr lvl="2"/>
            <a:r>
              <a:rPr lang="en-US" altLang="ko-KR" sz="1000" b="0" i="0">
                <a:solidFill>
                  <a:srgbClr val="222222"/>
                </a:solidFill>
                <a:effectLst/>
                <a:latin typeface="Helvetica" panose="020B0604020202020204" pitchFamily="34" charset="0"/>
              </a:rPr>
              <a:t>Z contains a little bit of every other encoding, but </a:t>
            </a:r>
            <a:r>
              <a:rPr lang="en-US" altLang="ko-KR" sz="1000" b="0" i="0">
                <a:solidFill>
                  <a:srgbClr val="FF0000"/>
                </a:solidFill>
                <a:effectLst/>
                <a:latin typeface="Helvetica" panose="020B0604020202020204" pitchFamily="34" charset="0"/>
              </a:rPr>
              <a:t>it could be dominated by the the actual word itself</a:t>
            </a:r>
          </a:p>
          <a:p>
            <a:pPr lvl="2"/>
            <a:r>
              <a:rPr lang="en-US" altLang="ko-KR" sz="1000" b="0" i="0">
                <a:solidFill>
                  <a:srgbClr val="222222"/>
                </a:solidFill>
                <a:effectLst/>
                <a:latin typeface="Helvetica" panose="020B0604020202020204" pitchFamily="34" charset="0"/>
              </a:rPr>
              <a:t>“The animal didn’t cross the street because it was too tired”, we would want to know which word “</a:t>
            </a:r>
            <a:r>
              <a:rPr lang="en-US" altLang="ko-KR" sz="1000" b="0" i="0">
                <a:solidFill>
                  <a:srgbClr val="FF0000"/>
                </a:solidFill>
                <a:effectLst/>
                <a:latin typeface="Helvetica" panose="020B0604020202020204" pitchFamily="34" charset="0"/>
              </a:rPr>
              <a:t>it</a:t>
            </a:r>
            <a:r>
              <a:rPr lang="en-US" altLang="ko-KR" sz="1000" b="0" i="0">
                <a:solidFill>
                  <a:srgbClr val="222222"/>
                </a:solidFill>
                <a:effectLst/>
                <a:latin typeface="Helvetica" panose="020B0604020202020204" pitchFamily="34" charset="0"/>
              </a:rPr>
              <a:t>” refers to.</a:t>
            </a:r>
            <a:endParaRPr lang="en-US" altLang="ko-KR" sz="1200" i="1">
              <a:solidFill>
                <a:srgbClr val="FF0000"/>
              </a:solidFill>
              <a:latin typeface="Calibri" panose="020F0502020204030204" pitchFamily="34" charset="0"/>
            </a:endParaRPr>
          </a:p>
          <a:p>
            <a:pPr lvl="1"/>
            <a:r>
              <a:rPr lang="en-US" altLang="ko-KR" sz="1400" i="1">
                <a:latin typeface="Helvetica" panose="020B0604020202020204" pitchFamily="34" charset="0"/>
                <a:cs typeface="Helvetica" panose="020B0604020202020204" pitchFamily="34" charset="0"/>
              </a:rPr>
              <a:t>2.</a:t>
            </a:r>
            <a:r>
              <a:rPr lang="en-US" altLang="ko-KR" sz="1200" b="0" i="0">
                <a:solidFill>
                  <a:srgbClr val="222222"/>
                </a:solidFill>
                <a:effectLst/>
                <a:latin typeface="Helvetica" panose="020B0604020202020204" pitchFamily="34" charset="0"/>
                <a:cs typeface="Helvetica" panose="020B0604020202020204" pitchFamily="34" charset="0"/>
              </a:rPr>
              <a:t> It gives the attention layer multiple “</a:t>
            </a:r>
            <a:r>
              <a:rPr lang="en-US" altLang="ko-KR" sz="1200" b="0" i="0">
                <a:solidFill>
                  <a:srgbClr val="FF0000"/>
                </a:solidFill>
                <a:effectLst/>
                <a:latin typeface="Helvetica" panose="020B0604020202020204" pitchFamily="34" charset="0"/>
                <a:cs typeface="Helvetica" panose="020B0604020202020204" pitchFamily="34" charset="0"/>
              </a:rPr>
              <a:t>representation subspaces</a:t>
            </a:r>
            <a:r>
              <a:rPr lang="en-US" altLang="ko-KR" sz="1200" b="0" i="0">
                <a:solidFill>
                  <a:srgbClr val="222222"/>
                </a:solidFill>
                <a:effectLst/>
                <a:latin typeface="Helvetica" panose="020B0604020202020204" pitchFamily="34" charset="0"/>
                <a:cs typeface="Helvetica" panose="020B0604020202020204" pitchFamily="34" charset="0"/>
              </a:rPr>
              <a:t>”</a:t>
            </a:r>
          </a:p>
          <a:p>
            <a:pPr lvl="2"/>
            <a:r>
              <a:rPr lang="en-US" altLang="ko-KR" sz="1200">
                <a:solidFill>
                  <a:srgbClr val="222222"/>
                </a:solidFill>
                <a:latin typeface="Helvetica" panose="020B0604020202020204" pitchFamily="34" charset="0"/>
                <a:cs typeface="Helvetica" panose="020B0604020202020204" pitchFamily="34" charset="0"/>
              </a:rPr>
              <a:t>We can </a:t>
            </a:r>
            <a:r>
              <a:rPr lang="en-US" altLang="ko-KR" sz="1200">
                <a:solidFill>
                  <a:srgbClr val="FF0000"/>
                </a:solidFill>
                <a:latin typeface="Helvetica" panose="020B0604020202020204" pitchFamily="34" charset="0"/>
                <a:cs typeface="Helvetica" panose="020B0604020202020204" pitchFamily="34" charset="0"/>
              </a:rPr>
              <a:t>have multiple sets of Query/Key/Value weight matrices</a:t>
            </a:r>
          </a:p>
          <a:p>
            <a:pPr lvl="2"/>
            <a:r>
              <a:rPr lang="en-US" altLang="ko-KR" sz="1200" b="0" i="0">
                <a:solidFill>
                  <a:srgbClr val="222222"/>
                </a:solidFill>
                <a:effectLst/>
                <a:latin typeface="Helvetica" panose="020B0604020202020204" pitchFamily="34" charset="0"/>
              </a:rPr>
              <a:t>Each of these sets is randomly initialized. Then, after training, </a:t>
            </a:r>
            <a:r>
              <a:rPr lang="en-US" altLang="ko-KR" sz="1200" b="0" i="0">
                <a:solidFill>
                  <a:srgbClr val="FF0000"/>
                </a:solidFill>
                <a:effectLst/>
                <a:latin typeface="Helvetica" panose="020B0604020202020204" pitchFamily="34" charset="0"/>
              </a:rPr>
              <a:t>each set is used to project the input embeddings </a:t>
            </a:r>
            <a:r>
              <a:rPr lang="en-US" altLang="ko-KR" sz="1200" b="0" i="0">
                <a:solidFill>
                  <a:srgbClr val="222222"/>
                </a:solidFill>
                <a:effectLst/>
                <a:latin typeface="Helvetica" panose="020B0604020202020204" pitchFamily="34" charset="0"/>
              </a:rPr>
              <a:t>(or vectors from lower encoders/decoders) into a different representation subspace.</a:t>
            </a:r>
            <a:endParaRPr lang="en-US" altLang="ko-KR" sz="1200" i="1">
              <a:latin typeface="Helvetica" panose="020B0604020202020204" pitchFamily="34" charset="0"/>
              <a:cs typeface="Helvetica" panose="020B0604020202020204" pitchFamily="34" charset="0"/>
            </a:endParaRPr>
          </a:p>
        </p:txBody>
      </p:sp>
      <p:sp>
        <p:nvSpPr>
          <p:cNvPr id="9" name="TextBox 8">
            <a:extLst>
              <a:ext uri="{FF2B5EF4-FFF2-40B4-BE49-F238E27FC236}">
                <a16:creationId xmlns:a16="http://schemas.microsoft.com/office/drawing/2014/main" id="{11932515-A07D-43CF-8879-1D2F43D9E7EF}"/>
              </a:ext>
            </a:extLst>
          </p:cNvPr>
          <p:cNvSpPr txBox="1"/>
          <p:nvPr/>
        </p:nvSpPr>
        <p:spPr>
          <a:xfrm>
            <a:off x="6420556" y="87868"/>
            <a:ext cx="2628956" cy="369332"/>
          </a:xfrm>
          <a:prstGeom prst="rect">
            <a:avLst/>
          </a:prstGeom>
          <a:noFill/>
        </p:spPr>
        <p:txBody>
          <a:bodyPr wrap="squar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prstClr val="black"/>
                </a:solidFill>
                <a:effectLst/>
                <a:uLnTx/>
                <a:uFillTx/>
                <a:latin typeface="Times New Roman"/>
                <a:ea typeface="맑은 고딕"/>
                <a:cs typeface="+mn-cs"/>
              </a:rPr>
              <a:t>김성수</a:t>
            </a:r>
          </a:p>
        </p:txBody>
      </p:sp>
      <p:sp>
        <p:nvSpPr>
          <p:cNvPr id="11" name="TextBox 10">
            <a:extLst>
              <a:ext uri="{FF2B5EF4-FFF2-40B4-BE49-F238E27FC236}">
                <a16:creationId xmlns:a16="http://schemas.microsoft.com/office/drawing/2014/main" id="{9B2EF547-86E4-4D19-8D48-49FC78E97060}"/>
              </a:ext>
            </a:extLst>
          </p:cNvPr>
          <p:cNvSpPr txBox="1"/>
          <p:nvPr/>
        </p:nvSpPr>
        <p:spPr>
          <a:xfrm>
            <a:off x="-108520" y="134034"/>
            <a:ext cx="8496944" cy="276999"/>
          </a:xfrm>
          <a:prstGeom prst="rect">
            <a:avLst/>
          </a:prstGeom>
          <a:noFill/>
        </p:spPr>
        <p:txBody>
          <a:bodyPr wrap="square">
            <a:spAutoFit/>
          </a:bodyPr>
          <a:lstStyle/>
          <a:p>
            <a:pPr lvl="1"/>
            <a:r>
              <a:rPr lang="en-US" altLang="ko-KR" sz="1100">
                <a:latin typeface="Calibri" panose="020F0502020204030204" pitchFamily="34" charset="0"/>
              </a:rPr>
              <a:t>[4] </a:t>
            </a:r>
            <a:r>
              <a:rPr lang="en-US" altLang="ko-KR" sz="1200">
                <a:latin typeface="Calibri" panose="020F0502020204030204" pitchFamily="34" charset="0"/>
              </a:rPr>
              <a:t>A. Vaswani</a:t>
            </a:r>
            <a:r>
              <a:rPr lang="en-US" altLang="ko-KR" sz="1200" i="1">
                <a:latin typeface="Calibri" panose="020F0502020204030204" pitchFamily="34" charset="0"/>
              </a:rPr>
              <a:t> et al., "Attention is all you need," in Advances in neural information processing systems, 2017, pp. 5998-6008. </a:t>
            </a:r>
          </a:p>
        </p:txBody>
      </p:sp>
      <p:pic>
        <p:nvPicPr>
          <p:cNvPr id="4" name="그림 3">
            <a:extLst>
              <a:ext uri="{FF2B5EF4-FFF2-40B4-BE49-F238E27FC236}">
                <a16:creationId xmlns:a16="http://schemas.microsoft.com/office/drawing/2014/main" id="{F667B8C2-5BC1-40C3-AF32-C5BE09F75EE1}"/>
              </a:ext>
            </a:extLst>
          </p:cNvPr>
          <p:cNvPicPr>
            <a:picLocks noChangeAspect="1"/>
          </p:cNvPicPr>
          <p:nvPr/>
        </p:nvPicPr>
        <p:blipFill>
          <a:blip r:embed="rId3"/>
          <a:stretch>
            <a:fillRect/>
          </a:stretch>
        </p:blipFill>
        <p:spPr>
          <a:xfrm>
            <a:off x="1691395" y="3010429"/>
            <a:ext cx="5761210" cy="3739247"/>
          </a:xfrm>
          <a:prstGeom prst="rect">
            <a:avLst/>
          </a:prstGeom>
        </p:spPr>
      </p:pic>
    </p:spTree>
    <p:extLst>
      <p:ext uri="{BB962C8B-B14F-4D97-AF65-F5344CB8AC3E}">
        <p14:creationId xmlns:p14="http://schemas.microsoft.com/office/powerpoint/2010/main" val="12977968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F6AF8C84-D71B-418C-8105-F46100185E82}"/>
              </a:ext>
            </a:extLst>
          </p:cNvPr>
          <p:cNvSpPr>
            <a:spLocks noGrp="1"/>
          </p:cNvSpPr>
          <p:nvPr>
            <p:ph type="title"/>
          </p:nvPr>
        </p:nvSpPr>
        <p:spPr>
          <a:xfrm>
            <a:off x="228600" y="327671"/>
            <a:ext cx="8686800" cy="838200"/>
          </a:xfrm>
        </p:spPr>
        <p:txBody>
          <a:bodyPr/>
          <a:lstStyle/>
          <a:p>
            <a:r>
              <a:rPr lang="en-US" altLang="ko-KR"/>
              <a:t>Transformer[4]</a:t>
            </a:r>
            <a:endParaRPr lang="ko-KR" altLang="en-US" dirty="0"/>
          </a:p>
        </p:txBody>
      </p:sp>
      <p:sp>
        <p:nvSpPr>
          <p:cNvPr id="69" name="내용 개체 틀 68">
            <a:extLst>
              <a:ext uri="{FF2B5EF4-FFF2-40B4-BE49-F238E27FC236}">
                <a16:creationId xmlns:a16="http://schemas.microsoft.com/office/drawing/2014/main" id="{56656ED1-D8C9-409D-9371-34A8CF7BDB34}"/>
              </a:ext>
            </a:extLst>
          </p:cNvPr>
          <p:cNvSpPr>
            <a:spLocks noGrp="1"/>
          </p:cNvSpPr>
          <p:nvPr>
            <p:ph idx="1"/>
          </p:nvPr>
        </p:nvSpPr>
        <p:spPr>
          <a:xfrm>
            <a:off x="251520" y="1165871"/>
            <a:ext cx="8686800" cy="5238224"/>
          </a:xfrm>
          <a:ln>
            <a:solidFill>
              <a:schemeClr val="bg1"/>
            </a:solidFill>
          </a:ln>
        </p:spPr>
        <p:txBody>
          <a:bodyPr>
            <a:normAutofit/>
          </a:bodyPr>
          <a:lstStyle/>
          <a:p>
            <a:r>
              <a:rPr lang="en-US" altLang="ko-KR" sz="1800">
                <a:solidFill>
                  <a:schemeClr val="tx1"/>
                </a:solidFill>
                <a:latin typeface="sohne"/>
              </a:rPr>
              <a:t>Multi – head attention</a:t>
            </a:r>
          </a:p>
          <a:p>
            <a:pPr lvl="1"/>
            <a:r>
              <a:rPr lang="en-US" altLang="ko-KR" sz="1400">
                <a:solidFill>
                  <a:schemeClr val="tx1"/>
                </a:solidFill>
                <a:latin typeface="sohne"/>
              </a:rPr>
              <a:t>Eight different heads </a:t>
            </a:r>
            <a:r>
              <a:rPr lang="en-US" altLang="ko-KR" sz="1400">
                <a:solidFill>
                  <a:schemeClr val="tx1"/>
                </a:solidFill>
                <a:latin typeface="sohne"/>
                <a:sym typeface="Wingdings" panose="05000000000000000000" pitchFamily="2" charset="2"/>
              </a:rPr>
              <a:t> Eigth different Z matrices</a:t>
            </a:r>
            <a:endParaRPr lang="en-US" altLang="ko-KR" sz="1400">
              <a:solidFill>
                <a:schemeClr val="tx1"/>
              </a:solidFill>
              <a:latin typeface="sohne"/>
            </a:endParaRPr>
          </a:p>
          <a:p>
            <a:pPr lvl="1"/>
            <a:r>
              <a:rPr lang="en-US" altLang="ko-KR" sz="1400">
                <a:solidFill>
                  <a:schemeClr val="tx1"/>
                </a:solidFill>
                <a:latin typeface="sohne"/>
              </a:rPr>
              <a:t>Feed – forward layer is not expecting eigth matrices</a:t>
            </a:r>
          </a:p>
          <a:p>
            <a:pPr lvl="2"/>
            <a:r>
              <a:rPr lang="en-US" altLang="ko-KR" sz="1200">
                <a:solidFill>
                  <a:schemeClr val="tx1"/>
                </a:solidFill>
                <a:latin typeface="sohne"/>
              </a:rPr>
              <a:t>We need to condense these eight down into a single matrix</a:t>
            </a:r>
          </a:p>
          <a:p>
            <a:pPr lvl="1"/>
            <a:endParaRPr lang="en-US" altLang="ko-KR" sz="1400">
              <a:solidFill>
                <a:schemeClr val="tx1"/>
              </a:solidFill>
              <a:latin typeface="sohne"/>
            </a:endParaRPr>
          </a:p>
        </p:txBody>
      </p:sp>
      <p:sp>
        <p:nvSpPr>
          <p:cNvPr id="9" name="TextBox 8">
            <a:extLst>
              <a:ext uri="{FF2B5EF4-FFF2-40B4-BE49-F238E27FC236}">
                <a16:creationId xmlns:a16="http://schemas.microsoft.com/office/drawing/2014/main" id="{11932515-A07D-43CF-8879-1D2F43D9E7EF}"/>
              </a:ext>
            </a:extLst>
          </p:cNvPr>
          <p:cNvSpPr txBox="1"/>
          <p:nvPr/>
        </p:nvSpPr>
        <p:spPr>
          <a:xfrm>
            <a:off x="6420556" y="87868"/>
            <a:ext cx="2628956" cy="369332"/>
          </a:xfrm>
          <a:prstGeom prst="rect">
            <a:avLst/>
          </a:prstGeom>
          <a:noFill/>
        </p:spPr>
        <p:txBody>
          <a:bodyPr wrap="squar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prstClr val="black"/>
                </a:solidFill>
                <a:effectLst/>
                <a:uLnTx/>
                <a:uFillTx/>
                <a:latin typeface="Times New Roman"/>
                <a:ea typeface="맑은 고딕"/>
                <a:cs typeface="+mn-cs"/>
              </a:rPr>
              <a:t>김성수</a:t>
            </a:r>
          </a:p>
        </p:txBody>
      </p:sp>
      <p:sp>
        <p:nvSpPr>
          <p:cNvPr id="11" name="TextBox 10">
            <a:extLst>
              <a:ext uri="{FF2B5EF4-FFF2-40B4-BE49-F238E27FC236}">
                <a16:creationId xmlns:a16="http://schemas.microsoft.com/office/drawing/2014/main" id="{9B2EF547-86E4-4D19-8D48-49FC78E97060}"/>
              </a:ext>
            </a:extLst>
          </p:cNvPr>
          <p:cNvSpPr txBox="1"/>
          <p:nvPr/>
        </p:nvSpPr>
        <p:spPr>
          <a:xfrm>
            <a:off x="-108520" y="134034"/>
            <a:ext cx="8496944" cy="276999"/>
          </a:xfrm>
          <a:prstGeom prst="rect">
            <a:avLst/>
          </a:prstGeom>
          <a:noFill/>
        </p:spPr>
        <p:txBody>
          <a:bodyPr wrap="square">
            <a:spAutoFit/>
          </a:bodyPr>
          <a:lstStyle/>
          <a:p>
            <a:pPr lvl="1"/>
            <a:r>
              <a:rPr lang="en-US" altLang="ko-KR" sz="1100">
                <a:latin typeface="Calibri" panose="020F0502020204030204" pitchFamily="34" charset="0"/>
              </a:rPr>
              <a:t>[4] </a:t>
            </a:r>
            <a:r>
              <a:rPr lang="en-US" altLang="ko-KR" sz="1200">
                <a:latin typeface="Calibri" panose="020F0502020204030204" pitchFamily="34" charset="0"/>
              </a:rPr>
              <a:t>A. Vaswani</a:t>
            </a:r>
            <a:r>
              <a:rPr lang="en-US" altLang="ko-KR" sz="1200" i="1">
                <a:latin typeface="Calibri" panose="020F0502020204030204" pitchFamily="34" charset="0"/>
              </a:rPr>
              <a:t> et al., "Attention is all you need," in Advances in neural information processing systems, 2017, pp. 5998-6008. </a:t>
            </a:r>
          </a:p>
        </p:txBody>
      </p:sp>
      <p:pic>
        <p:nvPicPr>
          <p:cNvPr id="3" name="그림 2">
            <a:extLst>
              <a:ext uri="{FF2B5EF4-FFF2-40B4-BE49-F238E27FC236}">
                <a16:creationId xmlns:a16="http://schemas.microsoft.com/office/drawing/2014/main" id="{2338AD1C-985E-4422-A055-9ED22CBCAB9F}"/>
              </a:ext>
            </a:extLst>
          </p:cNvPr>
          <p:cNvPicPr>
            <a:picLocks noChangeAspect="1"/>
          </p:cNvPicPr>
          <p:nvPr/>
        </p:nvPicPr>
        <p:blipFill>
          <a:blip r:embed="rId3"/>
          <a:stretch>
            <a:fillRect/>
          </a:stretch>
        </p:blipFill>
        <p:spPr>
          <a:xfrm>
            <a:off x="478662" y="2257086"/>
            <a:ext cx="8329552" cy="4176464"/>
          </a:xfrm>
          <a:prstGeom prst="rect">
            <a:avLst/>
          </a:prstGeom>
        </p:spPr>
      </p:pic>
    </p:spTree>
    <p:extLst>
      <p:ext uri="{BB962C8B-B14F-4D97-AF65-F5344CB8AC3E}">
        <p14:creationId xmlns:p14="http://schemas.microsoft.com/office/powerpoint/2010/main" val="35028016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F6AF8C84-D71B-418C-8105-F46100185E82}"/>
              </a:ext>
            </a:extLst>
          </p:cNvPr>
          <p:cNvSpPr>
            <a:spLocks noGrp="1"/>
          </p:cNvSpPr>
          <p:nvPr>
            <p:ph type="title"/>
          </p:nvPr>
        </p:nvSpPr>
        <p:spPr>
          <a:xfrm>
            <a:off x="228600" y="327671"/>
            <a:ext cx="8686800" cy="838200"/>
          </a:xfrm>
        </p:spPr>
        <p:txBody>
          <a:bodyPr/>
          <a:lstStyle/>
          <a:p>
            <a:r>
              <a:rPr lang="en-US" altLang="ko-KR"/>
              <a:t>Transformer[4]</a:t>
            </a:r>
            <a:endParaRPr lang="ko-KR" altLang="en-US" dirty="0"/>
          </a:p>
        </p:txBody>
      </p:sp>
      <p:sp>
        <p:nvSpPr>
          <p:cNvPr id="69" name="내용 개체 틀 68">
            <a:extLst>
              <a:ext uri="{FF2B5EF4-FFF2-40B4-BE49-F238E27FC236}">
                <a16:creationId xmlns:a16="http://schemas.microsoft.com/office/drawing/2014/main" id="{56656ED1-D8C9-409D-9371-34A8CF7BDB34}"/>
              </a:ext>
            </a:extLst>
          </p:cNvPr>
          <p:cNvSpPr>
            <a:spLocks noGrp="1"/>
          </p:cNvSpPr>
          <p:nvPr>
            <p:ph idx="1"/>
          </p:nvPr>
        </p:nvSpPr>
        <p:spPr>
          <a:xfrm>
            <a:off x="251520" y="1165871"/>
            <a:ext cx="8686800" cy="5238224"/>
          </a:xfrm>
          <a:ln>
            <a:solidFill>
              <a:schemeClr val="bg1"/>
            </a:solidFill>
          </a:ln>
        </p:spPr>
        <p:txBody>
          <a:bodyPr>
            <a:normAutofit/>
          </a:bodyPr>
          <a:lstStyle/>
          <a:p>
            <a:r>
              <a:rPr lang="en-US" altLang="ko-KR" sz="1800">
                <a:solidFill>
                  <a:schemeClr val="tx1"/>
                </a:solidFill>
                <a:latin typeface="sohne"/>
              </a:rPr>
              <a:t>Multi – head attention</a:t>
            </a:r>
          </a:p>
          <a:p>
            <a:pPr lvl="1"/>
            <a:r>
              <a:rPr lang="en-US" altLang="ko-KR" sz="1400">
                <a:solidFill>
                  <a:schemeClr val="tx1"/>
                </a:solidFill>
                <a:latin typeface="sohne"/>
              </a:rPr>
              <a:t>Eight different heads </a:t>
            </a:r>
            <a:r>
              <a:rPr lang="en-US" altLang="ko-KR" sz="1400">
                <a:solidFill>
                  <a:schemeClr val="tx1"/>
                </a:solidFill>
                <a:latin typeface="sohne"/>
                <a:sym typeface="Wingdings" panose="05000000000000000000" pitchFamily="2" charset="2"/>
              </a:rPr>
              <a:t> Eigth different Z matrices</a:t>
            </a:r>
            <a:endParaRPr lang="en-US" altLang="ko-KR" sz="1400">
              <a:solidFill>
                <a:schemeClr val="tx1"/>
              </a:solidFill>
              <a:latin typeface="sohne"/>
            </a:endParaRPr>
          </a:p>
          <a:p>
            <a:pPr lvl="1"/>
            <a:r>
              <a:rPr lang="en-US" altLang="ko-KR" sz="1400">
                <a:solidFill>
                  <a:schemeClr val="tx1"/>
                </a:solidFill>
                <a:latin typeface="sohne"/>
              </a:rPr>
              <a:t>Feed – forward layer is not expecting eigth matrices</a:t>
            </a:r>
          </a:p>
          <a:p>
            <a:pPr lvl="2"/>
            <a:r>
              <a:rPr lang="en-US" altLang="ko-KR" sz="1200">
                <a:solidFill>
                  <a:schemeClr val="tx1"/>
                </a:solidFill>
                <a:latin typeface="sohne"/>
              </a:rPr>
              <a:t>We need to condense these eight down into a single matrix</a:t>
            </a:r>
          </a:p>
          <a:p>
            <a:pPr lvl="1"/>
            <a:endParaRPr lang="en-US" altLang="ko-KR" sz="1400">
              <a:solidFill>
                <a:schemeClr val="tx1"/>
              </a:solidFill>
              <a:latin typeface="sohne"/>
            </a:endParaRPr>
          </a:p>
        </p:txBody>
      </p:sp>
      <p:sp>
        <p:nvSpPr>
          <p:cNvPr id="9" name="TextBox 8">
            <a:extLst>
              <a:ext uri="{FF2B5EF4-FFF2-40B4-BE49-F238E27FC236}">
                <a16:creationId xmlns:a16="http://schemas.microsoft.com/office/drawing/2014/main" id="{11932515-A07D-43CF-8879-1D2F43D9E7EF}"/>
              </a:ext>
            </a:extLst>
          </p:cNvPr>
          <p:cNvSpPr txBox="1"/>
          <p:nvPr/>
        </p:nvSpPr>
        <p:spPr>
          <a:xfrm>
            <a:off x="6420556" y="87868"/>
            <a:ext cx="2628956" cy="369332"/>
          </a:xfrm>
          <a:prstGeom prst="rect">
            <a:avLst/>
          </a:prstGeom>
          <a:noFill/>
        </p:spPr>
        <p:txBody>
          <a:bodyPr wrap="squar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prstClr val="black"/>
                </a:solidFill>
                <a:effectLst/>
                <a:uLnTx/>
                <a:uFillTx/>
                <a:latin typeface="Times New Roman"/>
                <a:ea typeface="맑은 고딕"/>
                <a:cs typeface="+mn-cs"/>
              </a:rPr>
              <a:t>김성수</a:t>
            </a:r>
          </a:p>
        </p:txBody>
      </p:sp>
      <p:sp>
        <p:nvSpPr>
          <p:cNvPr id="11" name="TextBox 10">
            <a:extLst>
              <a:ext uri="{FF2B5EF4-FFF2-40B4-BE49-F238E27FC236}">
                <a16:creationId xmlns:a16="http://schemas.microsoft.com/office/drawing/2014/main" id="{9B2EF547-86E4-4D19-8D48-49FC78E97060}"/>
              </a:ext>
            </a:extLst>
          </p:cNvPr>
          <p:cNvSpPr txBox="1"/>
          <p:nvPr/>
        </p:nvSpPr>
        <p:spPr>
          <a:xfrm>
            <a:off x="-108520" y="134034"/>
            <a:ext cx="8496944" cy="276999"/>
          </a:xfrm>
          <a:prstGeom prst="rect">
            <a:avLst/>
          </a:prstGeom>
          <a:noFill/>
        </p:spPr>
        <p:txBody>
          <a:bodyPr wrap="square">
            <a:spAutoFit/>
          </a:bodyPr>
          <a:lstStyle/>
          <a:p>
            <a:pPr lvl="1"/>
            <a:r>
              <a:rPr lang="en-US" altLang="ko-KR" sz="1100">
                <a:latin typeface="Calibri" panose="020F0502020204030204" pitchFamily="34" charset="0"/>
              </a:rPr>
              <a:t>[4] </a:t>
            </a:r>
            <a:r>
              <a:rPr lang="en-US" altLang="ko-KR" sz="1200">
                <a:latin typeface="Calibri" panose="020F0502020204030204" pitchFamily="34" charset="0"/>
              </a:rPr>
              <a:t>A. Vaswani</a:t>
            </a:r>
            <a:r>
              <a:rPr lang="en-US" altLang="ko-KR" sz="1200" i="1">
                <a:latin typeface="Calibri" panose="020F0502020204030204" pitchFamily="34" charset="0"/>
              </a:rPr>
              <a:t> et al., "Attention is all you need," in Advances in neural information processing systems, 2017, pp. 5998-6008. </a:t>
            </a:r>
          </a:p>
        </p:txBody>
      </p:sp>
      <p:pic>
        <p:nvPicPr>
          <p:cNvPr id="4" name="그림 3">
            <a:extLst>
              <a:ext uri="{FF2B5EF4-FFF2-40B4-BE49-F238E27FC236}">
                <a16:creationId xmlns:a16="http://schemas.microsoft.com/office/drawing/2014/main" id="{EFF3443C-1216-4DB4-B346-6490D6D29B75}"/>
              </a:ext>
            </a:extLst>
          </p:cNvPr>
          <p:cNvPicPr>
            <a:picLocks noChangeAspect="1"/>
          </p:cNvPicPr>
          <p:nvPr/>
        </p:nvPicPr>
        <p:blipFill>
          <a:blip r:embed="rId3"/>
          <a:stretch>
            <a:fillRect/>
          </a:stretch>
        </p:blipFill>
        <p:spPr>
          <a:xfrm>
            <a:off x="866574" y="2299233"/>
            <a:ext cx="7553727" cy="4104862"/>
          </a:xfrm>
          <a:prstGeom prst="rect">
            <a:avLst/>
          </a:prstGeom>
        </p:spPr>
      </p:pic>
    </p:spTree>
    <p:extLst>
      <p:ext uri="{BB962C8B-B14F-4D97-AF65-F5344CB8AC3E}">
        <p14:creationId xmlns:p14="http://schemas.microsoft.com/office/powerpoint/2010/main" val="33903658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F6AF8C84-D71B-418C-8105-F46100185E82}"/>
              </a:ext>
            </a:extLst>
          </p:cNvPr>
          <p:cNvSpPr>
            <a:spLocks noGrp="1"/>
          </p:cNvSpPr>
          <p:nvPr>
            <p:ph type="title"/>
          </p:nvPr>
        </p:nvSpPr>
        <p:spPr>
          <a:xfrm>
            <a:off x="228600" y="327671"/>
            <a:ext cx="8686800" cy="838200"/>
          </a:xfrm>
        </p:spPr>
        <p:txBody>
          <a:bodyPr/>
          <a:lstStyle/>
          <a:p>
            <a:r>
              <a:rPr lang="en-US" altLang="ko-KR"/>
              <a:t>Transformer[4]</a:t>
            </a:r>
            <a:endParaRPr lang="ko-KR" altLang="en-US" dirty="0"/>
          </a:p>
        </p:txBody>
      </p:sp>
      <p:sp>
        <p:nvSpPr>
          <p:cNvPr id="69" name="내용 개체 틀 68">
            <a:extLst>
              <a:ext uri="{FF2B5EF4-FFF2-40B4-BE49-F238E27FC236}">
                <a16:creationId xmlns:a16="http://schemas.microsoft.com/office/drawing/2014/main" id="{56656ED1-D8C9-409D-9371-34A8CF7BDB34}"/>
              </a:ext>
            </a:extLst>
          </p:cNvPr>
          <p:cNvSpPr>
            <a:spLocks noGrp="1"/>
          </p:cNvSpPr>
          <p:nvPr>
            <p:ph idx="1"/>
          </p:nvPr>
        </p:nvSpPr>
        <p:spPr>
          <a:xfrm>
            <a:off x="230420" y="1165871"/>
            <a:ext cx="8686800" cy="5238224"/>
          </a:xfrm>
          <a:ln>
            <a:solidFill>
              <a:schemeClr val="bg1"/>
            </a:solidFill>
          </a:ln>
        </p:spPr>
        <p:txBody>
          <a:bodyPr>
            <a:normAutofit/>
          </a:bodyPr>
          <a:lstStyle/>
          <a:p>
            <a:r>
              <a:rPr lang="en-US" altLang="ko-KR" sz="1800">
                <a:solidFill>
                  <a:schemeClr val="tx1"/>
                </a:solidFill>
                <a:latin typeface="sohne"/>
              </a:rPr>
              <a:t>Overview</a:t>
            </a:r>
          </a:p>
          <a:p>
            <a:pPr lvl="1"/>
            <a:endParaRPr lang="en-US" altLang="ko-KR" sz="1400">
              <a:solidFill>
                <a:schemeClr val="tx1"/>
              </a:solidFill>
              <a:latin typeface="sohne"/>
            </a:endParaRPr>
          </a:p>
        </p:txBody>
      </p:sp>
      <p:sp>
        <p:nvSpPr>
          <p:cNvPr id="9" name="TextBox 8">
            <a:extLst>
              <a:ext uri="{FF2B5EF4-FFF2-40B4-BE49-F238E27FC236}">
                <a16:creationId xmlns:a16="http://schemas.microsoft.com/office/drawing/2014/main" id="{11932515-A07D-43CF-8879-1D2F43D9E7EF}"/>
              </a:ext>
            </a:extLst>
          </p:cNvPr>
          <p:cNvSpPr txBox="1"/>
          <p:nvPr/>
        </p:nvSpPr>
        <p:spPr>
          <a:xfrm>
            <a:off x="6420556" y="87868"/>
            <a:ext cx="2628956" cy="369332"/>
          </a:xfrm>
          <a:prstGeom prst="rect">
            <a:avLst/>
          </a:prstGeom>
          <a:noFill/>
        </p:spPr>
        <p:txBody>
          <a:bodyPr wrap="squar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prstClr val="black"/>
                </a:solidFill>
                <a:effectLst/>
                <a:uLnTx/>
                <a:uFillTx/>
                <a:latin typeface="Times New Roman"/>
                <a:ea typeface="맑은 고딕"/>
                <a:cs typeface="+mn-cs"/>
              </a:rPr>
              <a:t>김성수</a:t>
            </a:r>
          </a:p>
        </p:txBody>
      </p:sp>
      <p:sp>
        <p:nvSpPr>
          <p:cNvPr id="11" name="TextBox 10">
            <a:extLst>
              <a:ext uri="{FF2B5EF4-FFF2-40B4-BE49-F238E27FC236}">
                <a16:creationId xmlns:a16="http://schemas.microsoft.com/office/drawing/2014/main" id="{9B2EF547-86E4-4D19-8D48-49FC78E97060}"/>
              </a:ext>
            </a:extLst>
          </p:cNvPr>
          <p:cNvSpPr txBox="1"/>
          <p:nvPr/>
        </p:nvSpPr>
        <p:spPr>
          <a:xfrm>
            <a:off x="-108520" y="134034"/>
            <a:ext cx="8496944" cy="276999"/>
          </a:xfrm>
          <a:prstGeom prst="rect">
            <a:avLst/>
          </a:prstGeom>
          <a:noFill/>
        </p:spPr>
        <p:txBody>
          <a:bodyPr wrap="square">
            <a:spAutoFit/>
          </a:bodyPr>
          <a:lstStyle/>
          <a:p>
            <a:pPr lvl="1"/>
            <a:r>
              <a:rPr lang="en-US" altLang="ko-KR" sz="1100">
                <a:latin typeface="Calibri" panose="020F0502020204030204" pitchFamily="34" charset="0"/>
              </a:rPr>
              <a:t>[4] </a:t>
            </a:r>
            <a:r>
              <a:rPr lang="en-US" altLang="ko-KR" sz="1200">
                <a:latin typeface="Calibri" panose="020F0502020204030204" pitchFamily="34" charset="0"/>
              </a:rPr>
              <a:t>A. Vaswani</a:t>
            </a:r>
            <a:r>
              <a:rPr lang="en-US" altLang="ko-KR" sz="1200" i="1">
                <a:latin typeface="Calibri" panose="020F0502020204030204" pitchFamily="34" charset="0"/>
              </a:rPr>
              <a:t> et al., "Attention is all you need," in Advances in neural information processing systems, 2017, pp. 5998-6008. </a:t>
            </a:r>
          </a:p>
        </p:txBody>
      </p:sp>
      <p:pic>
        <p:nvPicPr>
          <p:cNvPr id="3" name="그림 2">
            <a:extLst>
              <a:ext uri="{FF2B5EF4-FFF2-40B4-BE49-F238E27FC236}">
                <a16:creationId xmlns:a16="http://schemas.microsoft.com/office/drawing/2014/main" id="{F4756E2A-49EA-45F9-9EAC-96EFD8C994FB}"/>
              </a:ext>
            </a:extLst>
          </p:cNvPr>
          <p:cNvPicPr>
            <a:picLocks noChangeAspect="1"/>
          </p:cNvPicPr>
          <p:nvPr/>
        </p:nvPicPr>
        <p:blipFill>
          <a:blip r:embed="rId3"/>
          <a:stretch>
            <a:fillRect/>
          </a:stretch>
        </p:blipFill>
        <p:spPr>
          <a:xfrm>
            <a:off x="26667" y="1988840"/>
            <a:ext cx="6273525" cy="3455979"/>
          </a:xfrm>
          <a:prstGeom prst="rect">
            <a:avLst/>
          </a:prstGeom>
        </p:spPr>
      </p:pic>
      <p:pic>
        <p:nvPicPr>
          <p:cNvPr id="7" name="그림 6">
            <a:extLst>
              <a:ext uri="{FF2B5EF4-FFF2-40B4-BE49-F238E27FC236}">
                <a16:creationId xmlns:a16="http://schemas.microsoft.com/office/drawing/2014/main" id="{E26FF3D5-2B9F-47B1-8781-24B03E287621}"/>
              </a:ext>
            </a:extLst>
          </p:cNvPr>
          <p:cNvPicPr>
            <a:picLocks noChangeAspect="1"/>
          </p:cNvPicPr>
          <p:nvPr/>
        </p:nvPicPr>
        <p:blipFill>
          <a:blip r:embed="rId4"/>
          <a:stretch>
            <a:fillRect/>
          </a:stretch>
        </p:blipFill>
        <p:spPr>
          <a:xfrm>
            <a:off x="6316519" y="2348677"/>
            <a:ext cx="2800814" cy="2736304"/>
          </a:xfrm>
          <a:prstGeom prst="rect">
            <a:avLst/>
          </a:prstGeom>
        </p:spPr>
      </p:pic>
    </p:spTree>
    <p:extLst>
      <p:ext uri="{BB962C8B-B14F-4D97-AF65-F5344CB8AC3E}">
        <p14:creationId xmlns:p14="http://schemas.microsoft.com/office/powerpoint/2010/main" val="15470464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F6AF8C84-D71B-418C-8105-F46100185E82}"/>
              </a:ext>
            </a:extLst>
          </p:cNvPr>
          <p:cNvSpPr>
            <a:spLocks noGrp="1"/>
          </p:cNvSpPr>
          <p:nvPr>
            <p:ph type="title"/>
          </p:nvPr>
        </p:nvSpPr>
        <p:spPr>
          <a:xfrm>
            <a:off x="228600" y="327671"/>
            <a:ext cx="8686800" cy="838200"/>
          </a:xfrm>
        </p:spPr>
        <p:txBody>
          <a:bodyPr/>
          <a:lstStyle/>
          <a:p>
            <a:r>
              <a:rPr lang="en-US" altLang="ko-KR"/>
              <a:t>Word2Vec[5]</a:t>
            </a:r>
            <a:endParaRPr lang="ko-KR" altLang="en-US" dirty="0"/>
          </a:p>
        </p:txBody>
      </p:sp>
      <p:sp>
        <p:nvSpPr>
          <p:cNvPr id="69" name="내용 개체 틀 68">
            <a:extLst>
              <a:ext uri="{FF2B5EF4-FFF2-40B4-BE49-F238E27FC236}">
                <a16:creationId xmlns:a16="http://schemas.microsoft.com/office/drawing/2014/main" id="{56656ED1-D8C9-409D-9371-34A8CF7BDB34}"/>
              </a:ext>
            </a:extLst>
          </p:cNvPr>
          <p:cNvSpPr>
            <a:spLocks noGrp="1"/>
          </p:cNvSpPr>
          <p:nvPr>
            <p:ph idx="1"/>
          </p:nvPr>
        </p:nvSpPr>
        <p:spPr>
          <a:xfrm>
            <a:off x="227218" y="1190746"/>
            <a:ext cx="8686800" cy="5238224"/>
          </a:xfrm>
          <a:ln>
            <a:solidFill>
              <a:schemeClr val="bg1"/>
            </a:solidFill>
          </a:ln>
        </p:spPr>
        <p:txBody>
          <a:bodyPr>
            <a:normAutofit/>
          </a:bodyPr>
          <a:lstStyle/>
          <a:p>
            <a:endParaRPr lang="en-US" altLang="ko-KR" sz="2000">
              <a:solidFill>
                <a:schemeClr val="tx1"/>
              </a:solidFill>
              <a:latin typeface="sohne"/>
            </a:endParaRPr>
          </a:p>
          <a:p>
            <a:pPr lvl="2"/>
            <a:endParaRPr lang="en-US" altLang="ko-KR" sz="1400">
              <a:solidFill>
                <a:schemeClr val="tx1"/>
              </a:solidFill>
              <a:latin typeface="sohne"/>
            </a:endParaRPr>
          </a:p>
          <a:p>
            <a:pPr lvl="2"/>
            <a:endParaRPr lang="en-US" altLang="ko-KR" sz="1400">
              <a:solidFill>
                <a:schemeClr val="tx1"/>
              </a:solidFill>
              <a:latin typeface="sohne"/>
            </a:endParaRPr>
          </a:p>
          <a:p>
            <a:pPr lvl="2"/>
            <a:endParaRPr lang="en-US" altLang="ko-KR" sz="1200">
              <a:solidFill>
                <a:schemeClr val="tx1"/>
              </a:solidFill>
              <a:latin typeface="sohne"/>
            </a:endParaRPr>
          </a:p>
          <a:p>
            <a:pPr lvl="2"/>
            <a:endParaRPr lang="en-US" altLang="ko-KR" sz="1200">
              <a:solidFill>
                <a:schemeClr val="tx1"/>
              </a:solidFill>
              <a:latin typeface="sohne"/>
            </a:endParaRPr>
          </a:p>
          <a:p>
            <a:pPr lvl="1"/>
            <a:endParaRPr lang="en-US" altLang="ko-KR" sz="1400">
              <a:solidFill>
                <a:schemeClr val="tx1"/>
              </a:solidFill>
              <a:latin typeface="sohne"/>
            </a:endParaRPr>
          </a:p>
        </p:txBody>
      </p:sp>
      <p:sp>
        <p:nvSpPr>
          <p:cNvPr id="9" name="TextBox 8">
            <a:extLst>
              <a:ext uri="{FF2B5EF4-FFF2-40B4-BE49-F238E27FC236}">
                <a16:creationId xmlns:a16="http://schemas.microsoft.com/office/drawing/2014/main" id="{11932515-A07D-43CF-8879-1D2F43D9E7EF}"/>
              </a:ext>
            </a:extLst>
          </p:cNvPr>
          <p:cNvSpPr txBox="1"/>
          <p:nvPr/>
        </p:nvSpPr>
        <p:spPr>
          <a:xfrm>
            <a:off x="6420556" y="87868"/>
            <a:ext cx="2628956" cy="369332"/>
          </a:xfrm>
          <a:prstGeom prst="rect">
            <a:avLst/>
          </a:prstGeom>
          <a:noFill/>
        </p:spPr>
        <p:txBody>
          <a:bodyPr wrap="squar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prstClr val="black"/>
                </a:solidFill>
                <a:effectLst/>
                <a:uLnTx/>
                <a:uFillTx/>
                <a:latin typeface="Times New Roman"/>
                <a:ea typeface="맑은 고딕"/>
                <a:cs typeface="+mn-cs"/>
              </a:rPr>
              <a:t>김성수</a:t>
            </a:r>
          </a:p>
        </p:txBody>
      </p:sp>
      <p:sp>
        <p:nvSpPr>
          <p:cNvPr id="13" name="제목 4">
            <a:extLst>
              <a:ext uri="{FF2B5EF4-FFF2-40B4-BE49-F238E27FC236}">
                <a16:creationId xmlns:a16="http://schemas.microsoft.com/office/drawing/2014/main" id="{1D311A78-6BCF-48EA-809D-F9A61D22565B}"/>
              </a:ext>
            </a:extLst>
          </p:cNvPr>
          <p:cNvSpPr txBox="1">
            <a:spLocks/>
          </p:cNvSpPr>
          <p:nvPr/>
        </p:nvSpPr>
        <p:spPr>
          <a:xfrm>
            <a:off x="217568" y="4077072"/>
            <a:ext cx="8686800" cy="838200"/>
          </a:xfrm>
          <a:prstGeom prst="rect">
            <a:avLst/>
          </a:prstGeom>
        </p:spPr>
        <p:txBody>
          <a:bodyPr vert="horz" anchor="ctr">
            <a:normAutofit/>
          </a:bodyPr>
          <a:lstStyle>
            <a:lvl1pPr algn="l" rtl="0" eaLnBrk="1" latinLnBrk="1" hangingPunct="1">
              <a:spcBef>
                <a:spcPct val="0"/>
              </a:spcBef>
              <a:buNone/>
              <a:defRPr kumimoji="0" sz="3600" b="1" kern="1200" cap="none" baseline="0">
                <a:solidFill>
                  <a:schemeClr val="tx2"/>
                </a:solidFill>
                <a:effectLst/>
                <a:latin typeface="+mj-lt"/>
                <a:ea typeface="+mj-ea"/>
                <a:cs typeface="+mj-cs"/>
              </a:defRPr>
            </a:lvl1pPr>
          </a:lstStyle>
          <a:p>
            <a:endParaRPr lang="en-US" altLang="ko-KR"/>
          </a:p>
        </p:txBody>
      </p:sp>
      <p:sp>
        <p:nvSpPr>
          <p:cNvPr id="6" name="내용 개체 틀 68">
            <a:extLst>
              <a:ext uri="{FF2B5EF4-FFF2-40B4-BE49-F238E27FC236}">
                <a16:creationId xmlns:a16="http://schemas.microsoft.com/office/drawing/2014/main" id="{E65802BF-3B9C-4FA1-BA8A-DD436C7CC123}"/>
              </a:ext>
            </a:extLst>
          </p:cNvPr>
          <p:cNvSpPr txBox="1">
            <a:spLocks/>
          </p:cNvSpPr>
          <p:nvPr/>
        </p:nvSpPr>
        <p:spPr>
          <a:xfrm>
            <a:off x="207672" y="1165871"/>
            <a:ext cx="8686800" cy="5238224"/>
          </a:xfrm>
          <a:prstGeom prst="rect">
            <a:avLst/>
          </a:prstGeom>
        </p:spPr>
        <p:txBody>
          <a:bodyPr vert="horz">
            <a:normAutofit/>
          </a:bodyPr>
          <a:lstStyle>
            <a:lvl1pPr marL="342900" indent="-342900" algn="l" rtl="0" eaLnBrk="1" latinLnBrk="1" hangingPunct="1">
              <a:spcBef>
                <a:spcPct val="20000"/>
              </a:spcBef>
              <a:buClr>
                <a:schemeClr val="accent1"/>
              </a:buClr>
              <a:buSzPct val="70000"/>
              <a:buFont typeface="Wingdings" panose="05000000000000000000" pitchFamily="2" charset="2"/>
              <a:buChar char="Ø"/>
              <a:defRPr kumimoji="0" sz="2400" kern="1200" baseline="0">
                <a:solidFill>
                  <a:schemeClr val="tx2"/>
                </a:solidFill>
                <a:latin typeface="+mn-lt"/>
                <a:ea typeface="+mn-ea"/>
                <a:cs typeface="+mn-cs"/>
              </a:defRPr>
            </a:lvl1pPr>
            <a:lvl2pPr marL="742950" indent="-285750" algn="l" rtl="0" eaLnBrk="1" latinLnBrk="1" hangingPunct="1">
              <a:spcBef>
                <a:spcPct val="20000"/>
              </a:spcBef>
              <a:buClr>
                <a:schemeClr val="accent1"/>
              </a:buClr>
              <a:buSzPct val="70000"/>
              <a:buFont typeface="Times New Roman" panose="02020603050405020304" pitchFamily="18" charset="0"/>
              <a:buChar char="●"/>
              <a:defRPr kumimoji="0" sz="2000" kern="1200" baseline="0">
                <a:solidFill>
                  <a:schemeClr val="tx2"/>
                </a:solidFill>
                <a:latin typeface="+mn-lt"/>
                <a:ea typeface="+mn-ea"/>
                <a:cs typeface="+mn-cs"/>
              </a:defRPr>
            </a:lvl2pPr>
            <a:lvl3pPr marL="1257300" indent="-342900" algn="l" rtl="0" eaLnBrk="1" latinLnBrk="1" hangingPunct="1">
              <a:spcBef>
                <a:spcPct val="20000"/>
              </a:spcBef>
              <a:buClr>
                <a:schemeClr val="accent1"/>
              </a:buClr>
              <a:buSzPct val="70000"/>
              <a:buFont typeface="Wingdings" panose="05000000000000000000" pitchFamily="2" charset="2"/>
              <a:buChar char="§"/>
              <a:defRPr kumimoji="0" sz="1800" kern="1200" baseline="0">
                <a:solidFill>
                  <a:schemeClr val="tx2"/>
                </a:solidFill>
                <a:latin typeface="+mn-lt"/>
                <a:ea typeface="+mn-ea"/>
                <a:cs typeface="+mn-cs"/>
              </a:defRPr>
            </a:lvl3pPr>
            <a:lvl4pPr marL="1600200" indent="-228600" algn="l" rtl="0" eaLnBrk="1" latinLnBrk="1" hangingPunct="1">
              <a:spcBef>
                <a:spcPct val="20000"/>
              </a:spcBef>
              <a:buClr>
                <a:schemeClr val="accent1"/>
              </a:buClr>
              <a:buSzPct val="70000"/>
              <a:buFont typeface="Arial" panose="020B0604020202020204" pitchFamily="34" charset="0"/>
              <a:buChar char="•"/>
              <a:defRPr kumimoji="0" sz="1600" kern="1200" baseline="0">
                <a:solidFill>
                  <a:schemeClr val="tx2"/>
                </a:solidFill>
                <a:latin typeface="+mn-lt"/>
                <a:ea typeface="+mn-ea"/>
                <a:cs typeface="+mn-cs"/>
              </a:defRPr>
            </a:lvl4pPr>
            <a:lvl5pPr marL="2057400" indent="-228600" algn="l" rtl="0" eaLnBrk="1" latinLnBrk="1"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5pPr>
            <a:lvl6pPr marL="2514600" indent="-228600" algn="l" rtl="0" eaLnBrk="1" latinLnBrk="1"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800" indent="-228600" algn="l" rtl="0" eaLnBrk="1" latinLnBrk="1"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9000" indent="-228600" algn="l" rtl="0" eaLnBrk="1" latinLnBrk="1"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6200" indent="-228600" algn="l" rtl="0" eaLnBrk="1" latinLnBrk="1"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a:lstStyle>
          <a:p>
            <a:r>
              <a:rPr lang="en-US" altLang="ko-KR" sz="1800">
                <a:latin typeface="Calibri" panose="020F0502020204030204" pitchFamily="34" charset="0"/>
              </a:rPr>
              <a:t>Continuous bag of words(CBOW)</a:t>
            </a:r>
          </a:p>
          <a:p>
            <a:pPr lvl="1"/>
            <a:r>
              <a:rPr lang="en-US" altLang="ko-KR" sz="1400">
                <a:latin typeface="Calibri" panose="020F0502020204030204" pitchFamily="34" charset="0"/>
              </a:rPr>
              <a:t>Main idea : </a:t>
            </a:r>
            <a:r>
              <a:rPr lang="en-US" altLang="ko-KR" sz="1200">
                <a:latin typeface="Calibri" panose="020F0502020204030204" pitchFamily="34" charset="0"/>
              </a:rPr>
              <a:t>“</a:t>
            </a:r>
            <a:r>
              <a:rPr lang="ko-KR" altLang="en-US" sz="1200">
                <a:latin typeface="Calibri" panose="020F0502020204030204" pitchFamily="34" charset="0"/>
              </a:rPr>
              <a:t>비슷한 위치에서 등장하는 단어들은 비슷한 의미를 가진다</a:t>
            </a:r>
            <a:r>
              <a:rPr lang="en-US" altLang="ko-KR" sz="1200">
                <a:latin typeface="Calibri" panose="020F0502020204030204" pitchFamily="34" charset="0"/>
              </a:rPr>
              <a:t>”</a:t>
            </a:r>
            <a:endParaRPr lang="en-US" altLang="ko-KR" sz="1400">
              <a:latin typeface="Calibri" panose="020F0502020204030204" pitchFamily="34" charset="0"/>
            </a:endParaRPr>
          </a:p>
          <a:p>
            <a:pPr lvl="1"/>
            <a:r>
              <a:rPr lang="en-US" altLang="ko-KR" sz="1400">
                <a:latin typeface="Calibri" panose="020F0502020204030204" pitchFamily="34" charset="0"/>
              </a:rPr>
              <a:t>Sliding window</a:t>
            </a:r>
          </a:p>
          <a:p>
            <a:pPr lvl="2"/>
            <a:r>
              <a:rPr lang="ko-KR" altLang="en-US" sz="1200">
                <a:latin typeface="Calibri" panose="020F0502020204030204" pitchFamily="34" charset="0"/>
              </a:rPr>
              <a:t>중심단어를 기준으로 </a:t>
            </a:r>
            <a:r>
              <a:rPr lang="en-US" altLang="ko-KR" sz="1200">
                <a:latin typeface="Calibri" panose="020F0502020204030204" pitchFamily="34" charset="0"/>
              </a:rPr>
              <a:t>window </a:t>
            </a:r>
            <a:r>
              <a:rPr lang="ko-KR" altLang="en-US" sz="1200">
                <a:latin typeface="Calibri" panose="020F0502020204030204" pitchFamily="34" charset="0"/>
              </a:rPr>
              <a:t>크기 만큼의  주변단어를 선택해가며 학습을 진행</a:t>
            </a:r>
            <a:endParaRPr lang="en-US" altLang="ko-KR" sz="1200">
              <a:latin typeface="Calibri" panose="020F0502020204030204" pitchFamily="34" charset="0"/>
            </a:endParaRPr>
          </a:p>
          <a:p>
            <a:endParaRPr lang="en-US" altLang="ko-KR" sz="1800">
              <a:latin typeface="Calibri" panose="020F0502020204030204" pitchFamily="34" charset="0"/>
            </a:endParaRPr>
          </a:p>
          <a:p>
            <a:endParaRPr lang="en-US" altLang="ko-KR" sz="1800">
              <a:latin typeface="Calibri" panose="020F0502020204030204" pitchFamily="34" charset="0"/>
            </a:endParaRPr>
          </a:p>
          <a:p>
            <a:endParaRPr lang="en-US" altLang="ko-KR" sz="1800" i="1">
              <a:latin typeface="Calibri" panose="020F0502020204030204" pitchFamily="34" charset="0"/>
            </a:endParaRPr>
          </a:p>
          <a:p>
            <a:pPr lvl="1"/>
            <a:endParaRPr lang="en-US" altLang="ko-KR" sz="1400" i="1">
              <a:latin typeface="Calibri" panose="020F0502020204030204" pitchFamily="34" charset="0"/>
            </a:endParaRPr>
          </a:p>
        </p:txBody>
      </p:sp>
      <p:pic>
        <p:nvPicPr>
          <p:cNvPr id="10" name="그림 9">
            <a:extLst>
              <a:ext uri="{FF2B5EF4-FFF2-40B4-BE49-F238E27FC236}">
                <a16:creationId xmlns:a16="http://schemas.microsoft.com/office/drawing/2014/main" id="{5BE39B79-6045-4BB3-ACAC-9191975828FF}"/>
              </a:ext>
            </a:extLst>
          </p:cNvPr>
          <p:cNvPicPr>
            <a:picLocks noChangeAspect="1"/>
          </p:cNvPicPr>
          <p:nvPr/>
        </p:nvPicPr>
        <p:blipFill>
          <a:blip r:embed="rId3"/>
          <a:stretch>
            <a:fillRect/>
          </a:stretch>
        </p:blipFill>
        <p:spPr>
          <a:xfrm>
            <a:off x="1274708" y="2335024"/>
            <a:ext cx="6552728" cy="4195305"/>
          </a:xfrm>
          <a:prstGeom prst="rect">
            <a:avLst/>
          </a:prstGeom>
        </p:spPr>
      </p:pic>
    </p:spTree>
    <p:extLst>
      <p:ext uri="{BB962C8B-B14F-4D97-AF65-F5344CB8AC3E}">
        <p14:creationId xmlns:p14="http://schemas.microsoft.com/office/powerpoint/2010/main" val="8638944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F6AF8C84-D71B-418C-8105-F46100185E82}"/>
              </a:ext>
            </a:extLst>
          </p:cNvPr>
          <p:cNvSpPr>
            <a:spLocks noGrp="1"/>
          </p:cNvSpPr>
          <p:nvPr>
            <p:ph type="title"/>
          </p:nvPr>
        </p:nvSpPr>
        <p:spPr>
          <a:xfrm>
            <a:off x="228600" y="327671"/>
            <a:ext cx="8686800" cy="838200"/>
          </a:xfrm>
        </p:spPr>
        <p:txBody>
          <a:bodyPr/>
          <a:lstStyle/>
          <a:p>
            <a:r>
              <a:rPr lang="en-US" altLang="ko-KR"/>
              <a:t>Word2Vec[5]</a:t>
            </a:r>
            <a:endParaRPr lang="ko-KR" altLang="en-US" dirty="0"/>
          </a:p>
        </p:txBody>
      </p:sp>
      <p:sp>
        <p:nvSpPr>
          <p:cNvPr id="69" name="내용 개체 틀 68">
            <a:extLst>
              <a:ext uri="{FF2B5EF4-FFF2-40B4-BE49-F238E27FC236}">
                <a16:creationId xmlns:a16="http://schemas.microsoft.com/office/drawing/2014/main" id="{56656ED1-D8C9-409D-9371-34A8CF7BDB34}"/>
              </a:ext>
            </a:extLst>
          </p:cNvPr>
          <p:cNvSpPr>
            <a:spLocks noGrp="1"/>
          </p:cNvSpPr>
          <p:nvPr>
            <p:ph idx="1"/>
          </p:nvPr>
        </p:nvSpPr>
        <p:spPr>
          <a:xfrm>
            <a:off x="227218" y="1190746"/>
            <a:ext cx="8686800" cy="5238224"/>
          </a:xfrm>
          <a:ln>
            <a:solidFill>
              <a:schemeClr val="bg1"/>
            </a:solidFill>
          </a:ln>
        </p:spPr>
        <p:txBody>
          <a:bodyPr>
            <a:normAutofit/>
          </a:bodyPr>
          <a:lstStyle/>
          <a:p>
            <a:endParaRPr lang="en-US" altLang="ko-KR" sz="2000">
              <a:solidFill>
                <a:schemeClr val="tx1"/>
              </a:solidFill>
              <a:latin typeface="sohne"/>
            </a:endParaRPr>
          </a:p>
          <a:p>
            <a:pPr lvl="2"/>
            <a:endParaRPr lang="en-US" altLang="ko-KR" sz="1400">
              <a:solidFill>
                <a:schemeClr val="tx1"/>
              </a:solidFill>
              <a:latin typeface="sohne"/>
            </a:endParaRPr>
          </a:p>
          <a:p>
            <a:pPr lvl="2"/>
            <a:endParaRPr lang="en-US" altLang="ko-KR" sz="1400">
              <a:solidFill>
                <a:schemeClr val="tx1"/>
              </a:solidFill>
              <a:latin typeface="sohne"/>
            </a:endParaRPr>
          </a:p>
          <a:p>
            <a:pPr lvl="2"/>
            <a:endParaRPr lang="en-US" altLang="ko-KR" sz="1200">
              <a:solidFill>
                <a:schemeClr val="tx1"/>
              </a:solidFill>
              <a:latin typeface="sohne"/>
            </a:endParaRPr>
          </a:p>
          <a:p>
            <a:pPr lvl="2"/>
            <a:endParaRPr lang="en-US" altLang="ko-KR" sz="1200">
              <a:solidFill>
                <a:schemeClr val="tx1"/>
              </a:solidFill>
              <a:latin typeface="sohne"/>
            </a:endParaRPr>
          </a:p>
          <a:p>
            <a:pPr lvl="1"/>
            <a:endParaRPr lang="en-US" altLang="ko-KR" sz="1400">
              <a:solidFill>
                <a:schemeClr val="tx1"/>
              </a:solidFill>
              <a:latin typeface="sohne"/>
            </a:endParaRPr>
          </a:p>
        </p:txBody>
      </p:sp>
      <p:sp>
        <p:nvSpPr>
          <p:cNvPr id="9" name="TextBox 8">
            <a:extLst>
              <a:ext uri="{FF2B5EF4-FFF2-40B4-BE49-F238E27FC236}">
                <a16:creationId xmlns:a16="http://schemas.microsoft.com/office/drawing/2014/main" id="{11932515-A07D-43CF-8879-1D2F43D9E7EF}"/>
              </a:ext>
            </a:extLst>
          </p:cNvPr>
          <p:cNvSpPr txBox="1"/>
          <p:nvPr/>
        </p:nvSpPr>
        <p:spPr>
          <a:xfrm>
            <a:off x="6420556" y="87868"/>
            <a:ext cx="2628956" cy="369332"/>
          </a:xfrm>
          <a:prstGeom prst="rect">
            <a:avLst/>
          </a:prstGeom>
          <a:noFill/>
        </p:spPr>
        <p:txBody>
          <a:bodyPr wrap="squar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prstClr val="black"/>
                </a:solidFill>
                <a:effectLst/>
                <a:uLnTx/>
                <a:uFillTx/>
                <a:latin typeface="Times New Roman"/>
                <a:ea typeface="맑은 고딕"/>
                <a:cs typeface="+mn-cs"/>
              </a:rPr>
              <a:t>김성수</a:t>
            </a:r>
          </a:p>
        </p:txBody>
      </p:sp>
      <p:sp>
        <p:nvSpPr>
          <p:cNvPr id="6" name="내용 개체 틀 68">
            <a:extLst>
              <a:ext uri="{FF2B5EF4-FFF2-40B4-BE49-F238E27FC236}">
                <a16:creationId xmlns:a16="http://schemas.microsoft.com/office/drawing/2014/main" id="{E65802BF-3B9C-4FA1-BA8A-DD436C7CC123}"/>
              </a:ext>
            </a:extLst>
          </p:cNvPr>
          <p:cNvSpPr txBox="1">
            <a:spLocks/>
          </p:cNvSpPr>
          <p:nvPr/>
        </p:nvSpPr>
        <p:spPr>
          <a:xfrm>
            <a:off x="207672" y="1165871"/>
            <a:ext cx="8686800" cy="5238224"/>
          </a:xfrm>
          <a:prstGeom prst="rect">
            <a:avLst/>
          </a:prstGeom>
        </p:spPr>
        <p:txBody>
          <a:bodyPr vert="horz">
            <a:normAutofit/>
          </a:bodyPr>
          <a:lstStyle>
            <a:lvl1pPr marL="342900" indent="-342900" algn="l" rtl="0" eaLnBrk="1" latinLnBrk="1" hangingPunct="1">
              <a:spcBef>
                <a:spcPct val="20000"/>
              </a:spcBef>
              <a:buClr>
                <a:schemeClr val="accent1"/>
              </a:buClr>
              <a:buSzPct val="70000"/>
              <a:buFont typeface="Wingdings" panose="05000000000000000000" pitchFamily="2" charset="2"/>
              <a:buChar char="Ø"/>
              <a:defRPr kumimoji="0" sz="2400" kern="1200" baseline="0">
                <a:solidFill>
                  <a:schemeClr val="tx2"/>
                </a:solidFill>
                <a:latin typeface="+mn-lt"/>
                <a:ea typeface="+mn-ea"/>
                <a:cs typeface="+mn-cs"/>
              </a:defRPr>
            </a:lvl1pPr>
            <a:lvl2pPr marL="742950" indent="-285750" algn="l" rtl="0" eaLnBrk="1" latinLnBrk="1" hangingPunct="1">
              <a:spcBef>
                <a:spcPct val="20000"/>
              </a:spcBef>
              <a:buClr>
                <a:schemeClr val="accent1"/>
              </a:buClr>
              <a:buSzPct val="70000"/>
              <a:buFont typeface="Times New Roman" panose="02020603050405020304" pitchFamily="18" charset="0"/>
              <a:buChar char="●"/>
              <a:defRPr kumimoji="0" sz="2000" kern="1200" baseline="0">
                <a:solidFill>
                  <a:schemeClr val="tx2"/>
                </a:solidFill>
                <a:latin typeface="+mn-lt"/>
                <a:ea typeface="+mn-ea"/>
                <a:cs typeface="+mn-cs"/>
              </a:defRPr>
            </a:lvl2pPr>
            <a:lvl3pPr marL="1257300" indent="-342900" algn="l" rtl="0" eaLnBrk="1" latinLnBrk="1" hangingPunct="1">
              <a:spcBef>
                <a:spcPct val="20000"/>
              </a:spcBef>
              <a:buClr>
                <a:schemeClr val="accent1"/>
              </a:buClr>
              <a:buSzPct val="70000"/>
              <a:buFont typeface="Wingdings" panose="05000000000000000000" pitchFamily="2" charset="2"/>
              <a:buChar char="§"/>
              <a:defRPr kumimoji="0" sz="1800" kern="1200" baseline="0">
                <a:solidFill>
                  <a:schemeClr val="tx2"/>
                </a:solidFill>
                <a:latin typeface="+mn-lt"/>
                <a:ea typeface="+mn-ea"/>
                <a:cs typeface="+mn-cs"/>
              </a:defRPr>
            </a:lvl3pPr>
            <a:lvl4pPr marL="1600200" indent="-228600" algn="l" rtl="0" eaLnBrk="1" latinLnBrk="1" hangingPunct="1">
              <a:spcBef>
                <a:spcPct val="20000"/>
              </a:spcBef>
              <a:buClr>
                <a:schemeClr val="accent1"/>
              </a:buClr>
              <a:buSzPct val="70000"/>
              <a:buFont typeface="Arial" panose="020B0604020202020204" pitchFamily="34" charset="0"/>
              <a:buChar char="•"/>
              <a:defRPr kumimoji="0" sz="1600" kern="1200" baseline="0">
                <a:solidFill>
                  <a:schemeClr val="tx2"/>
                </a:solidFill>
                <a:latin typeface="+mn-lt"/>
                <a:ea typeface="+mn-ea"/>
                <a:cs typeface="+mn-cs"/>
              </a:defRPr>
            </a:lvl4pPr>
            <a:lvl5pPr marL="2057400" indent="-228600" algn="l" rtl="0" eaLnBrk="1" latinLnBrk="1"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5pPr>
            <a:lvl6pPr marL="2514600" indent="-228600" algn="l" rtl="0" eaLnBrk="1" latinLnBrk="1"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800" indent="-228600" algn="l" rtl="0" eaLnBrk="1" latinLnBrk="1"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9000" indent="-228600" algn="l" rtl="0" eaLnBrk="1" latinLnBrk="1"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6200" indent="-228600" algn="l" rtl="0" eaLnBrk="1" latinLnBrk="1"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a:lstStyle>
          <a:p>
            <a:r>
              <a:rPr lang="en-US" altLang="ko-KR" sz="2200">
                <a:latin typeface="Calibri" panose="020F0502020204030204" pitchFamily="34" charset="0"/>
              </a:rPr>
              <a:t>Word embeddings</a:t>
            </a:r>
          </a:p>
          <a:p>
            <a:endParaRPr lang="en-US" altLang="ko-KR" sz="2200">
              <a:latin typeface="Calibri" panose="020F0502020204030204" pitchFamily="34" charset="0"/>
            </a:endParaRPr>
          </a:p>
          <a:p>
            <a:endParaRPr lang="en-US" altLang="ko-KR" sz="2200">
              <a:latin typeface="Calibri" panose="020F0502020204030204" pitchFamily="34" charset="0"/>
            </a:endParaRPr>
          </a:p>
          <a:p>
            <a:endParaRPr lang="en-US" altLang="ko-KR" sz="2200">
              <a:latin typeface="Calibri" panose="020F0502020204030204" pitchFamily="34" charset="0"/>
            </a:endParaRPr>
          </a:p>
          <a:p>
            <a:endParaRPr lang="en-US" altLang="ko-KR" sz="2200">
              <a:latin typeface="Calibri" panose="020F0502020204030204" pitchFamily="34" charset="0"/>
            </a:endParaRPr>
          </a:p>
          <a:p>
            <a:endParaRPr lang="en-US" altLang="ko-KR" sz="2200">
              <a:latin typeface="Calibri" panose="020F0502020204030204" pitchFamily="34" charset="0"/>
            </a:endParaRPr>
          </a:p>
          <a:p>
            <a:endParaRPr lang="en-US" altLang="ko-KR" sz="2200">
              <a:latin typeface="Calibri" panose="020F0502020204030204" pitchFamily="34" charset="0"/>
            </a:endParaRPr>
          </a:p>
          <a:p>
            <a:endParaRPr lang="en-US" altLang="ko-KR" sz="2200">
              <a:latin typeface="Calibri" panose="020F0502020204030204" pitchFamily="34" charset="0"/>
            </a:endParaRPr>
          </a:p>
          <a:p>
            <a:endParaRPr lang="en-US" altLang="ko-KR" sz="2200">
              <a:latin typeface="Calibri" panose="020F0502020204030204" pitchFamily="34" charset="0"/>
            </a:endParaRPr>
          </a:p>
          <a:p>
            <a:endParaRPr lang="en-US" altLang="ko-KR" sz="2200">
              <a:latin typeface="Calibri" panose="020F0502020204030204" pitchFamily="34" charset="0"/>
            </a:endParaRPr>
          </a:p>
          <a:p>
            <a:endParaRPr lang="en-US" altLang="ko-KR" sz="2200">
              <a:latin typeface="Calibri" panose="020F0502020204030204" pitchFamily="34" charset="0"/>
            </a:endParaRPr>
          </a:p>
          <a:p>
            <a:endParaRPr lang="en-US" altLang="ko-KR" sz="2200">
              <a:latin typeface="Calibri" panose="020F0502020204030204" pitchFamily="34" charset="0"/>
            </a:endParaRPr>
          </a:p>
          <a:p>
            <a:pPr lvl="1"/>
            <a:r>
              <a:rPr lang="en-US" altLang="ko-KR" sz="1800">
                <a:latin typeface="Calibri" panose="020F0502020204030204" pitchFamily="34" charset="0"/>
              </a:rPr>
              <a:t>Embedding of “stick” : A vector of 200 floats</a:t>
            </a:r>
          </a:p>
          <a:p>
            <a:pPr lvl="1"/>
            <a:endParaRPr lang="en-US" altLang="ko-KR" sz="1800">
              <a:latin typeface="Calibri" panose="020F0502020204030204" pitchFamily="34" charset="0"/>
            </a:endParaRPr>
          </a:p>
          <a:p>
            <a:endParaRPr lang="en-US" altLang="ko-KR" sz="1800" i="1">
              <a:latin typeface="Calibri" panose="020F0502020204030204" pitchFamily="34" charset="0"/>
            </a:endParaRPr>
          </a:p>
          <a:p>
            <a:pPr lvl="1"/>
            <a:endParaRPr lang="en-US" altLang="ko-KR" sz="1400" i="1">
              <a:latin typeface="Calibri" panose="020F0502020204030204" pitchFamily="34" charset="0"/>
            </a:endParaRPr>
          </a:p>
        </p:txBody>
      </p:sp>
      <p:pic>
        <p:nvPicPr>
          <p:cNvPr id="7" name="그림 6">
            <a:extLst>
              <a:ext uri="{FF2B5EF4-FFF2-40B4-BE49-F238E27FC236}">
                <a16:creationId xmlns:a16="http://schemas.microsoft.com/office/drawing/2014/main" id="{D37B5E16-A683-47F2-9099-B458921026E4}"/>
              </a:ext>
            </a:extLst>
          </p:cNvPr>
          <p:cNvPicPr>
            <a:picLocks noChangeAspect="1"/>
          </p:cNvPicPr>
          <p:nvPr/>
        </p:nvPicPr>
        <p:blipFill>
          <a:blip r:embed="rId3"/>
          <a:stretch>
            <a:fillRect/>
          </a:stretch>
        </p:blipFill>
        <p:spPr>
          <a:xfrm>
            <a:off x="611560" y="1628800"/>
            <a:ext cx="7914052" cy="4395701"/>
          </a:xfrm>
          <a:prstGeom prst="rect">
            <a:avLst/>
          </a:prstGeom>
        </p:spPr>
      </p:pic>
      <p:pic>
        <p:nvPicPr>
          <p:cNvPr id="10" name="그림 9">
            <a:extLst>
              <a:ext uri="{FF2B5EF4-FFF2-40B4-BE49-F238E27FC236}">
                <a16:creationId xmlns:a16="http://schemas.microsoft.com/office/drawing/2014/main" id="{2319ACB2-48A7-482B-BF3A-BBF35CFF7394}"/>
              </a:ext>
            </a:extLst>
          </p:cNvPr>
          <p:cNvPicPr>
            <a:picLocks noChangeAspect="1"/>
          </p:cNvPicPr>
          <p:nvPr/>
        </p:nvPicPr>
        <p:blipFill>
          <a:blip r:embed="rId4"/>
          <a:stretch>
            <a:fillRect/>
          </a:stretch>
        </p:blipFill>
        <p:spPr>
          <a:xfrm>
            <a:off x="863946" y="6309320"/>
            <a:ext cx="8172400" cy="358069"/>
          </a:xfrm>
          <a:prstGeom prst="rect">
            <a:avLst/>
          </a:prstGeom>
        </p:spPr>
      </p:pic>
    </p:spTree>
    <p:extLst>
      <p:ext uri="{BB962C8B-B14F-4D97-AF65-F5344CB8AC3E}">
        <p14:creationId xmlns:p14="http://schemas.microsoft.com/office/powerpoint/2010/main" val="36449050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F6AF8C84-D71B-418C-8105-F46100185E82}"/>
              </a:ext>
            </a:extLst>
          </p:cNvPr>
          <p:cNvSpPr>
            <a:spLocks noGrp="1"/>
          </p:cNvSpPr>
          <p:nvPr>
            <p:ph type="title"/>
          </p:nvPr>
        </p:nvSpPr>
        <p:spPr>
          <a:xfrm>
            <a:off x="228600" y="327671"/>
            <a:ext cx="8686800" cy="838200"/>
          </a:xfrm>
        </p:spPr>
        <p:txBody>
          <a:bodyPr/>
          <a:lstStyle/>
          <a:p>
            <a:r>
              <a:rPr lang="en-US" altLang="ko-KR"/>
              <a:t>Importance of context</a:t>
            </a:r>
            <a:endParaRPr lang="ko-KR" altLang="en-US" dirty="0"/>
          </a:p>
        </p:txBody>
      </p:sp>
      <p:sp>
        <p:nvSpPr>
          <p:cNvPr id="69" name="내용 개체 틀 68">
            <a:extLst>
              <a:ext uri="{FF2B5EF4-FFF2-40B4-BE49-F238E27FC236}">
                <a16:creationId xmlns:a16="http://schemas.microsoft.com/office/drawing/2014/main" id="{56656ED1-D8C9-409D-9371-34A8CF7BDB34}"/>
              </a:ext>
            </a:extLst>
          </p:cNvPr>
          <p:cNvSpPr>
            <a:spLocks noGrp="1"/>
          </p:cNvSpPr>
          <p:nvPr>
            <p:ph idx="1"/>
          </p:nvPr>
        </p:nvSpPr>
        <p:spPr>
          <a:xfrm>
            <a:off x="227218" y="1190746"/>
            <a:ext cx="8686800" cy="5238224"/>
          </a:xfrm>
          <a:ln>
            <a:solidFill>
              <a:schemeClr val="bg1"/>
            </a:solidFill>
          </a:ln>
        </p:spPr>
        <p:txBody>
          <a:bodyPr>
            <a:normAutofit/>
          </a:bodyPr>
          <a:lstStyle/>
          <a:p>
            <a:endParaRPr lang="en-US" altLang="ko-KR" sz="2000">
              <a:solidFill>
                <a:schemeClr val="tx1"/>
              </a:solidFill>
              <a:latin typeface="sohne"/>
            </a:endParaRPr>
          </a:p>
          <a:p>
            <a:pPr lvl="2"/>
            <a:endParaRPr lang="en-US" altLang="ko-KR" sz="1400">
              <a:solidFill>
                <a:schemeClr val="tx1"/>
              </a:solidFill>
              <a:latin typeface="sohne"/>
            </a:endParaRPr>
          </a:p>
          <a:p>
            <a:pPr lvl="2"/>
            <a:endParaRPr lang="en-US" altLang="ko-KR" sz="1400">
              <a:solidFill>
                <a:schemeClr val="tx1"/>
              </a:solidFill>
              <a:latin typeface="sohne"/>
            </a:endParaRPr>
          </a:p>
          <a:p>
            <a:pPr lvl="2"/>
            <a:endParaRPr lang="en-US" altLang="ko-KR" sz="1200">
              <a:solidFill>
                <a:schemeClr val="tx1"/>
              </a:solidFill>
              <a:latin typeface="sohne"/>
            </a:endParaRPr>
          </a:p>
          <a:p>
            <a:pPr lvl="2"/>
            <a:endParaRPr lang="en-US" altLang="ko-KR" sz="1200">
              <a:solidFill>
                <a:schemeClr val="tx1"/>
              </a:solidFill>
              <a:latin typeface="sohne"/>
            </a:endParaRPr>
          </a:p>
          <a:p>
            <a:pPr lvl="1"/>
            <a:endParaRPr lang="en-US" altLang="ko-KR" sz="1400">
              <a:solidFill>
                <a:schemeClr val="tx1"/>
              </a:solidFill>
              <a:latin typeface="sohne"/>
            </a:endParaRPr>
          </a:p>
        </p:txBody>
      </p:sp>
      <p:sp>
        <p:nvSpPr>
          <p:cNvPr id="9" name="TextBox 8">
            <a:extLst>
              <a:ext uri="{FF2B5EF4-FFF2-40B4-BE49-F238E27FC236}">
                <a16:creationId xmlns:a16="http://schemas.microsoft.com/office/drawing/2014/main" id="{11932515-A07D-43CF-8879-1D2F43D9E7EF}"/>
              </a:ext>
            </a:extLst>
          </p:cNvPr>
          <p:cNvSpPr txBox="1"/>
          <p:nvPr/>
        </p:nvSpPr>
        <p:spPr>
          <a:xfrm>
            <a:off x="6420556" y="87868"/>
            <a:ext cx="2628956" cy="369332"/>
          </a:xfrm>
          <a:prstGeom prst="rect">
            <a:avLst/>
          </a:prstGeom>
          <a:noFill/>
        </p:spPr>
        <p:txBody>
          <a:bodyPr wrap="squar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prstClr val="black"/>
                </a:solidFill>
                <a:effectLst/>
                <a:uLnTx/>
                <a:uFillTx/>
                <a:latin typeface="Times New Roman"/>
                <a:ea typeface="맑은 고딕"/>
                <a:cs typeface="+mn-cs"/>
              </a:rPr>
              <a:t>김성수</a:t>
            </a:r>
          </a:p>
        </p:txBody>
      </p:sp>
      <p:sp>
        <p:nvSpPr>
          <p:cNvPr id="6" name="내용 개체 틀 68">
            <a:extLst>
              <a:ext uri="{FF2B5EF4-FFF2-40B4-BE49-F238E27FC236}">
                <a16:creationId xmlns:a16="http://schemas.microsoft.com/office/drawing/2014/main" id="{E65802BF-3B9C-4FA1-BA8A-DD436C7CC123}"/>
              </a:ext>
            </a:extLst>
          </p:cNvPr>
          <p:cNvSpPr txBox="1">
            <a:spLocks/>
          </p:cNvSpPr>
          <p:nvPr/>
        </p:nvSpPr>
        <p:spPr>
          <a:xfrm>
            <a:off x="207672" y="1165871"/>
            <a:ext cx="8686800" cy="5238224"/>
          </a:xfrm>
          <a:prstGeom prst="rect">
            <a:avLst/>
          </a:prstGeom>
        </p:spPr>
        <p:txBody>
          <a:bodyPr vert="horz">
            <a:normAutofit/>
          </a:bodyPr>
          <a:lstStyle>
            <a:lvl1pPr marL="342900" indent="-342900" algn="l" rtl="0" eaLnBrk="1" latinLnBrk="1" hangingPunct="1">
              <a:spcBef>
                <a:spcPct val="20000"/>
              </a:spcBef>
              <a:buClr>
                <a:schemeClr val="accent1"/>
              </a:buClr>
              <a:buSzPct val="70000"/>
              <a:buFont typeface="Wingdings" panose="05000000000000000000" pitchFamily="2" charset="2"/>
              <a:buChar char="Ø"/>
              <a:defRPr kumimoji="0" sz="2400" kern="1200" baseline="0">
                <a:solidFill>
                  <a:schemeClr val="tx2"/>
                </a:solidFill>
                <a:latin typeface="+mn-lt"/>
                <a:ea typeface="+mn-ea"/>
                <a:cs typeface="+mn-cs"/>
              </a:defRPr>
            </a:lvl1pPr>
            <a:lvl2pPr marL="742950" indent="-285750" algn="l" rtl="0" eaLnBrk="1" latinLnBrk="1" hangingPunct="1">
              <a:spcBef>
                <a:spcPct val="20000"/>
              </a:spcBef>
              <a:buClr>
                <a:schemeClr val="accent1"/>
              </a:buClr>
              <a:buSzPct val="70000"/>
              <a:buFont typeface="Times New Roman" panose="02020603050405020304" pitchFamily="18" charset="0"/>
              <a:buChar char="●"/>
              <a:defRPr kumimoji="0" sz="2000" kern="1200" baseline="0">
                <a:solidFill>
                  <a:schemeClr val="tx2"/>
                </a:solidFill>
                <a:latin typeface="+mn-lt"/>
                <a:ea typeface="+mn-ea"/>
                <a:cs typeface="+mn-cs"/>
              </a:defRPr>
            </a:lvl2pPr>
            <a:lvl3pPr marL="1257300" indent="-342900" algn="l" rtl="0" eaLnBrk="1" latinLnBrk="1" hangingPunct="1">
              <a:spcBef>
                <a:spcPct val="20000"/>
              </a:spcBef>
              <a:buClr>
                <a:schemeClr val="accent1"/>
              </a:buClr>
              <a:buSzPct val="70000"/>
              <a:buFont typeface="Wingdings" panose="05000000000000000000" pitchFamily="2" charset="2"/>
              <a:buChar char="§"/>
              <a:defRPr kumimoji="0" sz="1800" kern="1200" baseline="0">
                <a:solidFill>
                  <a:schemeClr val="tx2"/>
                </a:solidFill>
                <a:latin typeface="+mn-lt"/>
                <a:ea typeface="+mn-ea"/>
                <a:cs typeface="+mn-cs"/>
              </a:defRPr>
            </a:lvl3pPr>
            <a:lvl4pPr marL="1600200" indent="-228600" algn="l" rtl="0" eaLnBrk="1" latinLnBrk="1" hangingPunct="1">
              <a:spcBef>
                <a:spcPct val="20000"/>
              </a:spcBef>
              <a:buClr>
                <a:schemeClr val="accent1"/>
              </a:buClr>
              <a:buSzPct val="70000"/>
              <a:buFont typeface="Arial" panose="020B0604020202020204" pitchFamily="34" charset="0"/>
              <a:buChar char="•"/>
              <a:defRPr kumimoji="0" sz="1600" kern="1200" baseline="0">
                <a:solidFill>
                  <a:schemeClr val="tx2"/>
                </a:solidFill>
                <a:latin typeface="+mn-lt"/>
                <a:ea typeface="+mn-ea"/>
                <a:cs typeface="+mn-cs"/>
              </a:defRPr>
            </a:lvl4pPr>
            <a:lvl5pPr marL="2057400" indent="-228600" algn="l" rtl="0" eaLnBrk="1" latinLnBrk="1"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5pPr>
            <a:lvl6pPr marL="2514600" indent="-228600" algn="l" rtl="0" eaLnBrk="1" latinLnBrk="1"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800" indent="-228600" algn="l" rtl="0" eaLnBrk="1" latinLnBrk="1"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9000" indent="-228600" algn="l" rtl="0" eaLnBrk="1" latinLnBrk="1"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6200" indent="-228600" algn="l" rtl="0" eaLnBrk="1" latinLnBrk="1"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a:lstStyle>
          <a:p>
            <a:r>
              <a:rPr lang="en-US" altLang="ko-KR" sz="2200">
                <a:latin typeface="Calibri" panose="020F0502020204030204" pitchFamily="34" charset="0"/>
              </a:rPr>
              <a:t>Word2Vec[5] simply produce an embedding based on </a:t>
            </a:r>
            <a:r>
              <a:rPr lang="en-US" altLang="ko-KR" sz="2200">
                <a:solidFill>
                  <a:srgbClr val="FF0000"/>
                </a:solidFill>
                <a:latin typeface="Calibri" panose="020F0502020204030204" pitchFamily="34" charset="0"/>
              </a:rPr>
              <a:t>the literal spelling of a word</a:t>
            </a:r>
          </a:p>
          <a:p>
            <a:pPr lvl="1"/>
            <a:r>
              <a:rPr lang="en-US" altLang="ko-KR" sz="1400">
                <a:latin typeface="Calibri" panose="020F0502020204030204" pitchFamily="34" charset="0"/>
              </a:rPr>
              <a:t>Do not factor in </a:t>
            </a:r>
            <a:r>
              <a:rPr lang="en-US" altLang="ko-KR" sz="1400">
                <a:solidFill>
                  <a:srgbClr val="FF0000"/>
                </a:solidFill>
                <a:latin typeface="Calibri" panose="020F0502020204030204" pitchFamily="34" charset="0"/>
              </a:rPr>
              <a:t>how the word is being used (</a:t>
            </a:r>
            <a:r>
              <a:rPr lang="ko-KR" altLang="en-US" sz="1400">
                <a:solidFill>
                  <a:srgbClr val="FF0000"/>
                </a:solidFill>
                <a:latin typeface="Calibri" panose="020F0502020204030204" pitchFamily="34" charset="0"/>
              </a:rPr>
              <a:t>문맥을 고려하지 않음</a:t>
            </a:r>
            <a:r>
              <a:rPr lang="en-US" altLang="ko-KR" sz="1400">
                <a:solidFill>
                  <a:srgbClr val="FF0000"/>
                </a:solidFill>
                <a:latin typeface="Calibri" panose="020F0502020204030204" pitchFamily="34" charset="0"/>
              </a:rPr>
              <a:t>)</a:t>
            </a:r>
          </a:p>
          <a:p>
            <a:endParaRPr lang="en-US" altLang="ko-KR" sz="2200">
              <a:latin typeface="Calibri" panose="020F0502020204030204" pitchFamily="34" charset="0"/>
            </a:endParaRPr>
          </a:p>
          <a:p>
            <a:endParaRPr lang="en-US" altLang="ko-KR" sz="2200">
              <a:latin typeface="Calibri" panose="020F0502020204030204" pitchFamily="34" charset="0"/>
            </a:endParaRPr>
          </a:p>
          <a:p>
            <a:endParaRPr lang="en-US" altLang="ko-KR" sz="2200">
              <a:latin typeface="Calibri" panose="020F0502020204030204" pitchFamily="34" charset="0"/>
            </a:endParaRPr>
          </a:p>
          <a:p>
            <a:endParaRPr lang="en-US" altLang="ko-KR" sz="2200">
              <a:latin typeface="Calibri" panose="020F0502020204030204" pitchFamily="34" charset="0"/>
            </a:endParaRPr>
          </a:p>
          <a:p>
            <a:endParaRPr lang="en-US" altLang="ko-KR" sz="2200">
              <a:latin typeface="Calibri" panose="020F0502020204030204" pitchFamily="34" charset="0"/>
            </a:endParaRPr>
          </a:p>
          <a:p>
            <a:endParaRPr lang="en-US" altLang="ko-KR" sz="2200">
              <a:latin typeface="Calibri" panose="020F0502020204030204" pitchFamily="34" charset="0"/>
            </a:endParaRPr>
          </a:p>
          <a:p>
            <a:endParaRPr lang="en-US" altLang="ko-KR" sz="2200">
              <a:latin typeface="Calibri" panose="020F0502020204030204" pitchFamily="34" charset="0"/>
            </a:endParaRPr>
          </a:p>
          <a:p>
            <a:endParaRPr lang="en-US" altLang="ko-KR" sz="2200">
              <a:latin typeface="Calibri" panose="020F0502020204030204" pitchFamily="34" charset="0"/>
            </a:endParaRPr>
          </a:p>
          <a:p>
            <a:endParaRPr lang="en-US" altLang="ko-KR" sz="2200">
              <a:latin typeface="Calibri" panose="020F0502020204030204" pitchFamily="34" charset="0"/>
            </a:endParaRPr>
          </a:p>
          <a:p>
            <a:endParaRPr lang="en-US" altLang="ko-KR" sz="2200">
              <a:latin typeface="Calibri" panose="020F0502020204030204" pitchFamily="34" charset="0"/>
            </a:endParaRPr>
          </a:p>
          <a:p>
            <a:endParaRPr lang="en-US" altLang="ko-KR" sz="2200">
              <a:latin typeface="Calibri" panose="020F0502020204030204" pitchFamily="34" charset="0"/>
            </a:endParaRPr>
          </a:p>
          <a:p>
            <a:pPr lvl="1"/>
            <a:endParaRPr lang="en-US" altLang="ko-KR" sz="1800">
              <a:latin typeface="Calibri" panose="020F0502020204030204" pitchFamily="34" charset="0"/>
            </a:endParaRPr>
          </a:p>
          <a:p>
            <a:endParaRPr lang="en-US" altLang="ko-KR" sz="1800" i="1">
              <a:latin typeface="Calibri" panose="020F0502020204030204" pitchFamily="34" charset="0"/>
            </a:endParaRPr>
          </a:p>
          <a:p>
            <a:pPr lvl="1"/>
            <a:endParaRPr lang="en-US" altLang="ko-KR" sz="1400" i="1">
              <a:latin typeface="Calibri" panose="020F0502020204030204" pitchFamily="34" charset="0"/>
            </a:endParaRPr>
          </a:p>
        </p:txBody>
      </p:sp>
      <p:sp>
        <p:nvSpPr>
          <p:cNvPr id="2" name="TextBox 1">
            <a:extLst>
              <a:ext uri="{FF2B5EF4-FFF2-40B4-BE49-F238E27FC236}">
                <a16:creationId xmlns:a16="http://schemas.microsoft.com/office/drawing/2014/main" id="{6D697334-732B-4D43-9CDD-654B3CC90D93}"/>
              </a:ext>
            </a:extLst>
          </p:cNvPr>
          <p:cNvSpPr txBox="1"/>
          <p:nvPr/>
        </p:nvSpPr>
        <p:spPr>
          <a:xfrm>
            <a:off x="2123728" y="2636912"/>
            <a:ext cx="4608512" cy="1477328"/>
          </a:xfrm>
          <a:prstGeom prst="rect">
            <a:avLst/>
          </a:prstGeom>
          <a:noFill/>
        </p:spPr>
        <p:txBody>
          <a:bodyPr wrap="square" rtlCol="0">
            <a:spAutoFit/>
          </a:bodyPr>
          <a:lstStyle/>
          <a:p>
            <a:pPr algn="ctr"/>
            <a:r>
              <a:rPr lang="en-US" altLang="ko-KR"/>
              <a:t>I can’t </a:t>
            </a:r>
            <a:r>
              <a:rPr lang="en-US" altLang="ko-KR">
                <a:solidFill>
                  <a:srgbClr val="0070C0"/>
                </a:solidFill>
              </a:rPr>
              <a:t>trust</a:t>
            </a:r>
            <a:r>
              <a:rPr lang="en-US" altLang="ko-KR"/>
              <a:t> you</a:t>
            </a:r>
          </a:p>
          <a:p>
            <a:pPr algn="ctr"/>
            <a:endParaRPr lang="en-US" altLang="ko-KR"/>
          </a:p>
          <a:p>
            <a:pPr algn="ctr"/>
            <a:r>
              <a:rPr lang="en-US" altLang="ko-KR"/>
              <a:t>They have no </a:t>
            </a:r>
            <a:r>
              <a:rPr lang="en-US" altLang="ko-KR">
                <a:solidFill>
                  <a:srgbClr val="0070C0"/>
                </a:solidFill>
              </a:rPr>
              <a:t>trust</a:t>
            </a:r>
            <a:r>
              <a:rPr lang="en-US" altLang="ko-KR"/>
              <a:t> left for their friend</a:t>
            </a:r>
          </a:p>
          <a:p>
            <a:pPr algn="ctr"/>
            <a:endParaRPr lang="en-US" altLang="ko-KR"/>
          </a:p>
          <a:p>
            <a:pPr algn="ctr"/>
            <a:r>
              <a:rPr lang="en-US" altLang="ko-KR"/>
              <a:t>He has a </a:t>
            </a:r>
            <a:r>
              <a:rPr lang="en-US" altLang="ko-KR">
                <a:solidFill>
                  <a:srgbClr val="0070C0"/>
                </a:solidFill>
              </a:rPr>
              <a:t>trust</a:t>
            </a:r>
            <a:r>
              <a:rPr lang="en-US" altLang="ko-KR"/>
              <a:t> fund</a:t>
            </a:r>
            <a:endParaRPr lang="ko-KR" altLang="en-US"/>
          </a:p>
        </p:txBody>
      </p:sp>
      <p:sp>
        <p:nvSpPr>
          <p:cNvPr id="11" name="TextBox 10">
            <a:extLst>
              <a:ext uri="{FF2B5EF4-FFF2-40B4-BE49-F238E27FC236}">
                <a16:creationId xmlns:a16="http://schemas.microsoft.com/office/drawing/2014/main" id="{C7444809-739A-4A49-9AE5-B8DF02FA11CD}"/>
              </a:ext>
            </a:extLst>
          </p:cNvPr>
          <p:cNvSpPr txBox="1"/>
          <p:nvPr/>
        </p:nvSpPr>
        <p:spPr>
          <a:xfrm>
            <a:off x="2195736" y="4959534"/>
            <a:ext cx="4608512" cy="923330"/>
          </a:xfrm>
          <a:prstGeom prst="rect">
            <a:avLst/>
          </a:prstGeom>
          <a:noFill/>
        </p:spPr>
        <p:txBody>
          <a:bodyPr wrap="square" rtlCol="0">
            <a:spAutoFit/>
          </a:bodyPr>
          <a:lstStyle/>
          <a:p>
            <a:pPr algn="ctr"/>
            <a:r>
              <a:rPr lang="en-US" altLang="ko-KR"/>
              <a:t> The </a:t>
            </a:r>
            <a:r>
              <a:rPr lang="en-US" altLang="ko-KR">
                <a:solidFill>
                  <a:srgbClr val="00B050"/>
                </a:solidFill>
              </a:rPr>
              <a:t>bank</a:t>
            </a:r>
            <a:r>
              <a:rPr lang="en-US" altLang="ko-KR"/>
              <a:t> remains closed on public holidays</a:t>
            </a:r>
          </a:p>
          <a:p>
            <a:pPr algn="ctr"/>
            <a:endParaRPr lang="en-US" altLang="ko-KR"/>
          </a:p>
          <a:p>
            <a:pPr algn="ctr"/>
            <a:r>
              <a:rPr lang="en-US" altLang="ko-KR"/>
              <a:t>Don’t go near the river </a:t>
            </a:r>
            <a:r>
              <a:rPr lang="en-US" altLang="ko-KR">
                <a:solidFill>
                  <a:srgbClr val="00B050"/>
                </a:solidFill>
              </a:rPr>
              <a:t>bank</a:t>
            </a:r>
          </a:p>
        </p:txBody>
      </p:sp>
    </p:spTree>
    <p:extLst>
      <p:ext uri="{BB962C8B-B14F-4D97-AF65-F5344CB8AC3E}">
        <p14:creationId xmlns:p14="http://schemas.microsoft.com/office/powerpoint/2010/main" val="742768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F6AF8C84-D71B-418C-8105-F46100185E82}"/>
              </a:ext>
            </a:extLst>
          </p:cNvPr>
          <p:cNvSpPr>
            <a:spLocks noGrp="1"/>
          </p:cNvSpPr>
          <p:nvPr>
            <p:ph type="title"/>
          </p:nvPr>
        </p:nvSpPr>
        <p:spPr>
          <a:xfrm>
            <a:off x="228600" y="327671"/>
            <a:ext cx="8686800" cy="838200"/>
          </a:xfrm>
        </p:spPr>
        <p:txBody>
          <a:bodyPr/>
          <a:lstStyle/>
          <a:p>
            <a:r>
              <a:rPr lang="en-US" altLang="ko-KR"/>
              <a:t>ELMo</a:t>
            </a:r>
            <a:endParaRPr lang="ko-KR" altLang="en-US" dirty="0"/>
          </a:p>
        </p:txBody>
      </p:sp>
      <p:sp>
        <p:nvSpPr>
          <p:cNvPr id="69" name="내용 개체 틀 68">
            <a:extLst>
              <a:ext uri="{FF2B5EF4-FFF2-40B4-BE49-F238E27FC236}">
                <a16:creationId xmlns:a16="http://schemas.microsoft.com/office/drawing/2014/main" id="{56656ED1-D8C9-409D-9371-34A8CF7BDB34}"/>
              </a:ext>
            </a:extLst>
          </p:cNvPr>
          <p:cNvSpPr>
            <a:spLocks noGrp="1"/>
          </p:cNvSpPr>
          <p:nvPr>
            <p:ph idx="1"/>
          </p:nvPr>
        </p:nvSpPr>
        <p:spPr>
          <a:xfrm>
            <a:off x="227218" y="1190746"/>
            <a:ext cx="8686800" cy="5238224"/>
          </a:xfrm>
          <a:ln>
            <a:solidFill>
              <a:schemeClr val="bg1"/>
            </a:solidFill>
          </a:ln>
        </p:spPr>
        <p:txBody>
          <a:bodyPr>
            <a:normAutofit/>
          </a:bodyPr>
          <a:lstStyle/>
          <a:p>
            <a:endParaRPr lang="en-US" altLang="ko-KR" sz="2000">
              <a:solidFill>
                <a:schemeClr val="tx1"/>
              </a:solidFill>
              <a:latin typeface="sohne"/>
            </a:endParaRPr>
          </a:p>
          <a:p>
            <a:pPr lvl="2"/>
            <a:endParaRPr lang="en-US" altLang="ko-KR" sz="1400">
              <a:solidFill>
                <a:schemeClr val="tx1"/>
              </a:solidFill>
              <a:latin typeface="sohne"/>
            </a:endParaRPr>
          </a:p>
          <a:p>
            <a:pPr lvl="2"/>
            <a:endParaRPr lang="en-US" altLang="ko-KR" sz="1400">
              <a:solidFill>
                <a:schemeClr val="tx1"/>
              </a:solidFill>
              <a:latin typeface="sohne"/>
            </a:endParaRPr>
          </a:p>
          <a:p>
            <a:pPr lvl="2"/>
            <a:endParaRPr lang="en-US" altLang="ko-KR" sz="1200">
              <a:solidFill>
                <a:schemeClr val="tx1"/>
              </a:solidFill>
              <a:latin typeface="sohne"/>
            </a:endParaRPr>
          </a:p>
          <a:p>
            <a:pPr lvl="2"/>
            <a:endParaRPr lang="en-US" altLang="ko-KR" sz="1200">
              <a:solidFill>
                <a:schemeClr val="tx1"/>
              </a:solidFill>
              <a:latin typeface="sohne"/>
            </a:endParaRPr>
          </a:p>
          <a:p>
            <a:pPr lvl="1"/>
            <a:endParaRPr lang="en-US" altLang="ko-KR" sz="1400">
              <a:solidFill>
                <a:schemeClr val="tx1"/>
              </a:solidFill>
              <a:latin typeface="sohne"/>
            </a:endParaRPr>
          </a:p>
        </p:txBody>
      </p:sp>
      <p:sp>
        <p:nvSpPr>
          <p:cNvPr id="9" name="TextBox 8">
            <a:extLst>
              <a:ext uri="{FF2B5EF4-FFF2-40B4-BE49-F238E27FC236}">
                <a16:creationId xmlns:a16="http://schemas.microsoft.com/office/drawing/2014/main" id="{11932515-A07D-43CF-8879-1D2F43D9E7EF}"/>
              </a:ext>
            </a:extLst>
          </p:cNvPr>
          <p:cNvSpPr txBox="1"/>
          <p:nvPr/>
        </p:nvSpPr>
        <p:spPr>
          <a:xfrm>
            <a:off x="6420556" y="87868"/>
            <a:ext cx="2628956" cy="369332"/>
          </a:xfrm>
          <a:prstGeom prst="rect">
            <a:avLst/>
          </a:prstGeom>
          <a:noFill/>
        </p:spPr>
        <p:txBody>
          <a:bodyPr wrap="squar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prstClr val="black"/>
                </a:solidFill>
                <a:effectLst/>
                <a:uLnTx/>
                <a:uFillTx/>
                <a:latin typeface="Times New Roman"/>
                <a:ea typeface="맑은 고딕"/>
                <a:cs typeface="+mn-cs"/>
              </a:rPr>
              <a:t>김성수</a:t>
            </a:r>
          </a:p>
        </p:txBody>
      </p:sp>
      <p:sp>
        <p:nvSpPr>
          <p:cNvPr id="6" name="내용 개체 틀 68">
            <a:extLst>
              <a:ext uri="{FF2B5EF4-FFF2-40B4-BE49-F238E27FC236}">
                <a16:creationId xmlns:a16="http://schemas.microsoft.com/office/drawing/2014/main" id="{E65802BF-3B9C-4FA1-BA8A-DD436C7CC123}"/>
              </a:ext>
            </a:extLst>
          </p:cNvPr>
          <p:cNvSpPr txBox="1">
            <a:spLocks/>
          </p:cNvSpPr>
          <p:nvPr/>
        </p:nvSpPr>
        <p:spPr>
          <a:xfrm>
            <a:off x="207672" y="1165871"/>
            <a:ext cx="8686800" cy="5238224"/>
          </a:xfrm>
          <a:prstGeom prst="rect">
            <a:avLst/>
          </a:prstGeom>
        </p:spPr>
        <p:txBody>
          <a:bodyPr vert="horz">
            <a:normAutofit/>
          </a:bodyPr>
          <a:lstStyle>
            <a:lvl1pPr marL="342900" indent="-342900" algn="l" rtl="0" eaLnBrk="1" latinLnBrk="1" hangingPunct="1">
              <a:spcBef>
                <a:spcPct val="20000"/>
              </a:spcBef>
              <a:buClr>
                <a:schemeClr val="accent1"/>
              </a:buClr>
              <a:buSzPct val="70000"/>
              <a:buFont typeface="Wingdings" panose="05000000000000000000" pitchFamily="2" charset="2"/>
              <a:buChar char="Ø"/>
              <a:defRPr kumimoji="0" sz="2400" kern="1200" baseline="0">
                <a:solidFill>
                  <a:schemeClr val="tx2"/>
                </a:solidFill>
                <a:latin typeface="+mn-lt"/>
                <a:ea typeface="+mn-ea"/>
                <a:cs typeface="+mn-cs"/>
              </a:defRPr>
            </a:lvl1pPr>
            <a:lvl2pPr marL="742950" indent="-285750" algn="l" rtl="0" eaLnBrk="1" latinLnBrk="1" hangingPunct="1">
              <a:spcBef>
                <a:spcPct val="20000"/>
              </a:spcBef>
              <a:buClr>
                <a:schemeClr val="accent1"/>
              </a:buClr>
              <a:buSzPct val="70000"/>
              <a:buFont typeface="Times New Roman" panose="02020603050405020304" pitchFamily="18" charset="0"/>
              <a:buChar char="●"/>
              <a:defRPr kumimoji="0" sz="2000" kern="1200" baseline="0">
                <a:solidFill>
                  <a:schemeClr val="tx2"/>
                </a:solidFill>
                <a:latin typeface="+mn-lt"/>
                <a:ea typeface="+mn-ea"/>
                <a:cs typeface="+mn-cs"/>
              </a:defRPr>
            </a:lvl2pPr>
            <a:lvl3pPr marL="1257300" indent="-342900" algn="l" rtl="0" eaLnBrk="1" latinLnBrk="1" hangingPunct="1">
              <a:spcBef>
                <a:spcPct val="20000"/>
              </a:spcBef>
              <a:buClr>
                <a:schemeClr val="accent1"/>
              </a:buClr>
              <a:buSzPct val="70000"/>
              <a:buFont typeface="Wingdings" panose="05000000000000000000" pitchFamily="2" charset="2"/>
              <a:buChar char="§"/>
              <a:defRPr kumimoji="0" sz="1800" kern="1200" baseline="0">
                <a:solidFill>
                  <a:schemeClr val="tx2"/>
                </a:solidFill>
                <a:latin typeface="+mn-lt"/>
                <a:ea typeface="+mn-ea"/>
                <a:cs typeface="+mn-cs"/>
              </a:defRPr>
            </a:lvl3pPr>
            <a:lvl4pPr marL="1600200" indent="-228600" algn="l" rtl="0" eaLnBrk="1" latinLnBrk="1" hangingPunct="1">
              <a:spcBef>
                <a:spcPct val="20000"/>
              </a:spcBef>
              <a:buClr>
                <a:schemeClr val="accent1"/>
              </a:buClr>
              <a:buSzPct val="70000"/>
              <a:buFont typeface="Arial" panose="020B0604020202020204" pitchFamily="34" charset="0"/>
              <a:buChar char="•"/>
              <a:defRPr kumimoji="0" sz="1600" kern="1200" baseline="0">
                <a:solidFill>
                  <a:schemeClr val="tx2"/>
                </a:solidFill>
                <a:latin typeface="+mn-lt"/>
                <a:ea typeface="+mn-ea"/>
                <a:cs typeface="+mn-cs"/>
              </a:defRPr>
            </a:lvl4pPr>
            <a:lvl5pPr marL="2057400" indent="-228600" algn="l" rtl="0" eaLnBrk="1" latinLnBrk="1"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5pPr>
            <a:lvl6pPr marL="2514600" indent="-228600" algn="l" rtl="0" eaLnBrk="1" latinLnBrk="1"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800" indent="-228600" algn="l" rtl="0" eaLnBrk="1" latinLnBrk="1"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9000" indent="-228600" algn="l" rtl="0" eaLnBrk="1" latinLnBrk="1"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6200" indent="-228600" algn="l" rtl="0" eaLnBrk="1" latinLnBrk="1"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a:lstStyle>
          <a:p>
            <a:r>
              <a:rPr lang="en-US" altLang="ko-KR" sz="1600">
                <a:solidFill>
                  <a:srgbClr val="FF0000"/>
                </a:solidFill>
                <a:latin typeface="sohne"/>
              </a:rPr>
              <a:t>E</a:t>
            </a:r>
            <a:r>
              <a:rPr lang="en-US" altLang="ko-KR" sz="1600">
                <a:solidFill>
                  <a:schemeClr val="tx1"/>
                </a:solidFill>
                <a:latin typeface="sohne"/>
              </a:rPr>
              <a:t>mbeddings from </a:t>
            </a:r>
            <a:r>
              <a:rPr lang="en-US" altLang="ko-KR" sz="1600">
                <a:solidFill>
                  <a:srgbClr val="FF0000"/>
                </a:solidFill>
                <a:latin typeface="sohne"/>
              </a:rPr>
              <a:t>L</a:t>
            </a:r>
            <a:r>
              <a:rPr lang="en-US" altLang="ko-KR" sz="1600">
                <a:solidFill>
                  <a:schemeClr val="tx1"/>
                </a:solidFill>
                <a:latin typeface="sohne"/>
              </a:rPr>
              <a:t>anguage </a:t>
            </a:r>
            <a:r>
              <a:rPr lang="en-US" altLang="ko-KR" sz="1600">
                <a:solidFill>
                  <a:srgbClr val="FF0000"/>
                </a:solidFill>
                <a:latin typeface="sohne"/>
              </a:rPr>
              <a:t>Mo</a:t>
            </a:r>
            <a:r>
              <a:rPr lang="en-US" altLang="ko-KR" sz="1600">
                <a:solidFill>
                  <a:schemeClr val="tx1"/>
                </a:solidFill>
                <a:latin typeface="sohne"/>
              </a:rPr>
              <a:t>dels</a:t>
            </a:r>
            <a:endParaRPr lang="en-US" altLang="ko-KR" sz="1600">
              <a:solidFill>
                <a:schemeClr val="tx1"/>
              </a:solidFill>
              <a:latin typeface="Calibri" panose="020F0502020204030204" pitchFamily="34" charset="0"/>
            </a:endParaRPr>
          </a:p>
          <a:p>
            <a:r>
              <a:rPr lang="en-US" altLang="ko-KR" sz="1600">
                <a:solidFill>
                  <a:schemeClr val="tx1"/>
                </a:solidFill>
                <a:latin typeface="Calibri" panose="020F0502020204030204" pitchFamily="34" charset="0"/>
              </a:rPr>
              <a:t>Feature based approach</a:t>
            </a:r>
            <a:r>
              <a:rPr lang="ko-KR" altLang="en-US" sz="1600">
                <a:solidFill>
                  <a:schemeClr val="tx1"/>
                </a:solidFill>
                <a:latin typeface="Calibri" panose="020F0502020204030204" pitchFamily="34" charset="0"/>
              </a:rPr>
              <a:t>로 </a:t>
            </a:r>
            <a:r>
              <a:rPr lang="en-US" altLang="ko-KR" sz="1600">
                <a:solidFill>
                  <a:schemeClr val="tx1"/>
                </a:solidFill>
                <a:latin typeface="Calibri" panose="020F0502020204030204" pitchFamily="34" charset="0"/>
              </a:rPr>
              <a:t>word</a:t>
            </a:r>
            <a:r>
              <a:rPr lang="ko-KR" altLang="en-US" sz="1600">
                <a:solidFill>
                  <a:schemeClr val="tx1"/>
                </a:solidFill>
                <a:latin typeface="Calibri" panose="020F0502020204030204" pitchFamily="34" charset="0"/>
              </a:rPr>
              <a:t>를 </a:t>
            </a:r>
            <a:r>
              <a:rPr lang="en-US" altLang="ko-KR" sz="1600">
                <a:solidFill>
                  <a:schemeClr val="tx1"/>
                </a:solidFill>
                <a:latin typeface="Calibri" panose="020F0502020204030204" pitchFamily="34" charset="0"/>
              </a:rPr>
              <a:t>embedding</a:t>
            </a:r>
            <a:r>
              <a:rPr lang="ko-KR" altLang="en-US" sz="1600">
                <a:solidFill>
                  <a:schemeClr val="tx1"/>
                </a:solidFill>
                <a:latin typeface="Calibri" panose="020F0502020204030204" pitchFamily="34" charset="0"/>
              </a:rPr>
              <a:t> 하지 말고</a:t>
            </a:r>
            <a:r>
              <a:rPr lang="en-US" altLang="ko-KR" sz="1600">
                <a:solidFill>
                  <a:schemeClr val="tx1"/>
                </a:solidFill>
                <a:latin typeface="Calibri" panose="020F0502020204030204" pitchFamily="34" charset="0"/>
              </a:rPr>
              <a:t>, </a:t>
            </a:r>
            <a:r>
              <a:rPr lang="ko-KR" altLang="en-US" sz="1600">
                <a:solidFill>
                  <a:schemeClr val="tx1"/>
                </a:solidFill>
                <a:latin typeface="Calibri" panose="020F0502020204030204" pitchFamily="34" charset="0"/>
              </a:rPr>
              <a:t>우리도 </a:t>
            </a:r>
            <a:r>
              <a:rPr lang="en-US" altLang="ko-KR" sz="1600">
                <a:solidFill>
                  <a:schemeClr val="tx1"/>
                </a:solidFill>
                <a:latin typeface="Calibri" panose="020F0502020204030204" pitchFamily="34" charset="0"/>
              </a:rPr>
              <a:t>CV</a:t>
            </a:r>
            <a:r>
              <a:rPr lang="ko-KR" altLang="en-US" sz="1600">
                <a:solidFill>
                  <a:schemeClr val="tx1"/>
                </a:solidFill>
                <a:latin typeface="Calibri" panose="020F0502020204030204" pitchFamily="34" charset="0"/>
              </a:rPr>
              <a:t>에서 처럼 </a:t>
            </a:r>
            <a:r>
              <a:rPr lang="ko-KR" altLang="en-US" sz="1600">
                <a:solidFill>
                  <a:srgbClr val="FF0000"/>
                </a:solidFill>
                <a:latin typeface="Calibri" panose="020F0502020204030204" pitchFamily="34" charset="0"/>
              </a:rPr>
              <a:t>문장의 상황마다 단어의 </a:t>
            </a:r>
            <a:r>
              <a:rPr lang="en-US" altLang="ko-KR" sz="1600">
                <a:solidFill>
                  <a:srgbClr val="FF0000"/>
                </a:solidFill>
                <a:latin typeface="Calibri" panose="020F0502020204030204" pitchFamily="34" charset="0"/>
              </a:rPr>
              <a:t>context</a:t>
            </a:r>
            <a:r>
              <a:rPr lang="ko-KR" altLang="en-US" sz="1600">
                <a:solidFill>
                  <a:srgbClr val="FF0000"/>
                </a:solidFill>
                <a:latin typeface="Calibri" panose="020F0502020204030204" pitchFamily="34" charset="0"/>
              </a:rPr>
              <a:t>를 파악</a:t>
            </a:r>
            <a:r>
              <a:rPr lang="ko-KR" altLang="en-US" sz="1600">
                <a:solidFill>
                  <a:schemeClr val="tx1"/>
                </a:solidFill>
                <a:latin typeface="Calibri" panose="020F0502020204030204" pitchFamily="34" charset="0"/>
              </a:rPr>
              <a:t>할 수 있도록 </a:t>
            </a:r>
            <a:r>
              <a:rPr lang="ko-KR" altLang="en-US" sz="1600">
                <a:solidFill>
                  <a:schemeClr val="tx1"/>
                </a:solidFill>
                <a:latin typeface="Calibri" panose="020F0502020204030204" pitchFamily="34" charset="0"/>
                <a:sym typeface="Wingdings" panose="05000000000000000000" pitchFamily="2" charset="2"/>
              </a:rPr>
              <a:t>만들자</a:t>
            </a:r>
            <a:r>
              <a:rPr lang="en-US" altLang="ko-KR" sz="1600">
                <a:solidFill>
                  <a:schemeClr val="tx1"/>
                </a:solidFill>
                <a:latin typeface="Calibri" panose="020F0502020204030204" pitchFamily="34" charset="0"/>
                <a:sym typeface="Wingdings" panose="05000000000000000000" pitchFamily="2" charset="2"/>
              </a:rPr>
              <a:t>! ( Ex: CNN</a:t>
            </a:r>
            <a:r>
              <a:rPr lang="ko-KR" altLang="en-US" sz="1600">
                <a:solidFill>
                  <a:schemeClr val="tx1"/>
                </a:solidFill>
                <a:latin typeface="Calibri" panose="020F0502020204030204" pitchFamily="34" charset="0"/>
                <a:sym typeface="Wingdings" panose="05000000000000000000" pitchFamily="2" charset="2"/>
              </a:rPr>
              <a:t>의 </a:t>
            </a:r>
            <a:r>
              <a:rPr lang="en-US" altLang="ko-KR" sz="1600">
                <a:solidFill>
                  <a:schemeClr val="tx1"/>
                </a:solidFill>
                <a:latin typeface="Calibri" panose="020F0502020204030204" pitchFamily="34" charset="0"/>
                <a:sym typeface="Wingdings" panose="05000000000000000000" pitchFamily="2" charset="2"/>
              </a:rPr>
              <a:t>Resnet-50 backbone) </a:t>
            </a:r>
            <a:endParaRPr lang="en-US" altLang="ko-KR" sz="2200">
              <a:latin typeface="Calibri" panose="020F0502020204030204" pitchFamily="34" charset="0"/>
            </a:endParaRPr>
          </a:p>
          <a:p>
            <a:endParaRPr lang="en-US" altLang="ko-KR" sz="2200">
              <a:latin typeface="Calibri" panose="020F0502020204030204" pitchFamily="34" charset="0"/>
            </a:endParaRPr>
          </a:p>
          <a:p>
            <a:endParaRPr lang="en-US" altLang="ko-KR" sz="2200">
              <a:latin typeface="Calibri" panose="020F0502020204030204" pitchFamily="34" charset="0"/>
            </a:endParaRPr>
          </a:p>
          <a:p>
            <a:endParaRPr lang="en-US" altLang="ko-KR" sz="2200">
              <a:latin typeface="Calibri" panose="020F0502020204030204" pitchFamily="34" charset="0"/>
            </a:endParaRPr>
          </a:p>
          <a:p>
            <a:endParaRPr lang="en-US" altLang="ko-KR" sz="2200">
              <a:latin typeface="Calibri" panose="020F0502020204030204" pitchFamily="34" charset="0"/>
            </a:endParaRPr>
          </a:p>
          <a:p>
            <a:endParaRPr lang="en-US" altLang="ko-KR" sz="2200">
              <a:latin typeface="Calibri" panose="020F0502020204030204" pitchFamily="34" charset="0"/>
            </a:endParaRPr>
          </a:p>
          <a:p>
            <a:endParaRPr lang="en-US" altLang="ko-KR" sz="2200">
              <a:latin typeface="Calibri" panose="020F0502020204030204" pitchFamily="34" charset="0"/>
            </a:endParaRPr>
          </a:p>
          <a:p>
            <a:endParaRPr lang="en-US" altLang="ko-KR" sz="2200">
              <a:latin typeface="Calibri" panose="020F0502020204030204" pitchFamily="34" charset="0"/>
            </a:endParaRPr>
          </a:p>
          <a:p>
            <a:endParaRPr lang="en-US" altLang="ko-KR" sz="2200">
              <a:latin typeface="Calibri" panose="020F0502020204030204" pitchFamily="34" charset="0"/>
            </a:endParaRPr>
          </a:p>
          <a:p>
            <a:endParaRPr lang="en-US" altLang="ko-KR" sz="2200">
              <a:latin typeface="Calibri" panose="020F0502020204030204" pitchFamily="34" charset="0"/>
            </a:endParaRPr>
          </a:p>
          <a:p>
            <a:endParaRPr lang="en-US" altLang="ko-KR" sz="2200">
              <a:latin typeface="Calibri" panose="020F0502020204030204" pitchFamily="34" charset="0"/>
            </a:endParaRPr>
          </a:p>
          <a:p>
            <a:pPr lvl="1"/>
            <a:endParaRPr lang="en-US" altLang="ko-KR" sz="1800">
              <a:latin typeface="Calibri" panose="020F0502020204030204" pitchFamily="34" charset="0"/>
            </a:endParaRPr>
          </a:p>
          <a:p>
            <a:endParaRPr lang="en-US" altLang="ko-KR" sz="1800" i="1">
              <a:latin typeface="Calibri" panose="020F0502020204030204" pitchFamily="34" charset="0"/>
            </a:endParaRPr>
          </a:p>
          <a:p>
            <a:pPr lvl="1"/>
            <a:endParaRPr lang="en-US" altLang="ko-KR" sz="1400" i="1">
              <a:latin typeface="Calibri" panose="020F0502020204030204" pitchFamily="34" charset="0"/>
            </a:endParaRPr>
          </a:p>
        </p:txBody>
      </p:sp>
      <p:sp>
        <p:nvSpPr>
          <p:cNvPr id="10" name="TextBox 9">
            <a:extLst>
              <a:ext uri="{FF2B5EF4-FFF2-40B4-BE49-F238E27FC236}">
                <a16:creationId xmlns:a16="http://schemas.microsoft.com/office/drawing/2014/main" id="{F0493FFD-D3C9-42F8-897A-3D5621C8EF98}"/>
              </a:ext>
            </a:extLst>
          </p:cNvPr>
          <p:cNvSpPr txBox="1"/>
          <p:nvPr/>
        </p:nvSpPr>
        <p:spPr>
          <a:xfrm>
            <a:off x="1291894" y="406182"/>
            <a:ext cx="7757618" cy="646331"/>
          </a:xfrm>
          <a:prstGeom prst="rect">
            <a:avLst/>
          </a:prstGeom>
          <a:noFill/>
        </p:spPr>
        <p:txBody>
          <a:bodyPr wrap="square">
            <a:spAutoFit/>
          </a:bodyPr>
          <a:lstStyle/>
          <a:p>
            <a:pPr lvl="1"/>
            <a:r>
              <a:rPr lang="en-US" altLang="ko-KR" sz="1600">
                <a:latin typeface="Calibri" panose="020F0502020204030204" pitchFamily="34" charset="0"/>
              </a:rPr>
              <a:t>[6] (ELMo) </a:t>
            </a:r>
            <a:r>
              <a:rPr lang="en-US" altLang="ko-KR" sz="1800">
                <a:latin typeface="Calibri" panose="020F0502020204030204" pitchFamily="34" charset="0"/>
              </a:rPr>
              <a:t>M. Peters</a:t>
            </a:r>
            <a:r>
              <a:rPr lang="en-US" altLang="ko-KR" sz="1800" i="1">
                <a:latin typeface="Calibri" panose="020F0502020204030204" pitchFamily="34" charset="0"/>
              </a:rPr>
              <a:t> et al., "Deep contextualized word representations. arXiv 2018," arXiv preprint arXiv:1802.05365, vol. 12, 1802.</a:t>
            </a:r>
          </a:p>
        </p:txBody>
      </p:sp>
      <p:pic>
        <p:nvPicPr>
          <p:cNvPr id="7" name="그림 6">
            <a:extLst>
              <a:ext uri="{FF2B5EF4-FFF2-40B4-BE49-F238E27FC236}">
                <a16:creationId xmlns:a16="http://schemas.microsoft.com/office/drawing/2014/main" id="{595E01AB-74A8-4CE8-81B6-F9810933E6BB}"/>
              </a:ext>
            </a:extLst>
          </p:cNvPr>
          <p:cNvPicPr>
            <a:picLocks noChangeAspect="1"/>
          </p:cNvPicPr>
          <p:nvPr/>
        </p:nvPicPr>
        <p:blipFill>
          <a:blip r:embed="rId3"/>
          <a:stretch>
            <a:fillRect/>
          </a:stretch>
        </p:blipFill>
        <p:spPr>
          <a:xfrm>
            <a:off x="1291894" y="2681894"/>
            <a:ext cx="6837752" cy="4086603"/>
          </a:xfrm>
          <a:prstGeom prst="rect">
            <a:avLst/>
          </a:prstGeom>
        </p:spPr>
      </p:pic>
      <p:pic>
        <p:nvPicPr>
          <p:cNvPr id="12" name="그림 11">
            <a:extLst>
              <a:ext uri="{FF2B5EF4-FFF2-40B4-BE49-F238E27FC236}">
                <a16:creationId xmlns:a16="http://schemas.microsoft.com/office/drawing/2014/main" id="{2D33236F-CBCA-47C8-B44C-DE030289CDC3}"/>
              </a:ext>
            </a:extLst>
          </p:cNvPr>
          <p:cNvPicPr>
            <a:picLocks noChangeAspect="1"/>
          </p:cNvPicPr>
          <p:nvPr/>
        </p:nvPicPr>
        <p:blipFill>
          <a:blip r:embed="rId4"/>
          <a:stretch>
            <a:fillRect/>
          </a:stretch>
        </p:blipFill>
        <p:spPr>
          <a:xfrm>
            <a:off x="1043608" y="2276691"/>
            <a:ext cx="8172400" cy="358069"/>
          </a:xfrm>
          <a:prstGeom prst="rect">
            <a:avLst/>
          </a:prstGeom>
        </p:spPr>
      </p:pic>
      <p:sp>
        <p:nvSpPr>
          <p:cNvPr id="8" name="TextBox 7">
            <a:extLst>
              <a:ext uri="{FF2B5EF4-FFF2-40B4-BE49-F238E27FC236}">
                <a16:creationId xmlns:a16="http://schemas.microsoft.com/office/drawing/2014/main" id="{455EAA84-32D6-4680-B59A-750625214123}"/>
              </a:ext>
            </a:extLst>
          </p:cNvPr>
          <p:cNvSpPr txBox="1"/>
          <p:nvPr/>
        </p:nvSpPr>
        <p:spPr>
          <a:xfrm>
            <a:off x="249528" y="2271060"/>
            <a:ext cx="864096" cy="369332"/>
          </a:xfrm>
          <a:prstGeom prst="rect">
            <a:avLst/>
          </a:prstGeom>
          <a:noFill/>
        </p:spPr>
        <p:txBody>
          <a:bodyPr wrap="square" rtlCol="0">
            <a:spAutoFit/>
          </a:bodyPr>
          <a:lstStyle/>
          <a:p>
            <a:r>
              <a:rPr lang="en-US" altLang="ko-KR"/>
              <a:t>“Stick”</a:t>
            </a:r>
            <a:endParaRPr lang="ko-KR" altLang="en-US"/>
          </a:p>
        </p:txBody>
      </p:sp>
    </p:spTree>
    <p:extLst>
      <p:ext uri="{BB962C8B-B14F-4D97-AF65-F5344CB8AC3E}">
        <p14:creationId xmlns:p14="http://schemas.microsoft.com/office/powerpoint/2010/main" val="40377806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F6AF8C84-D71B-418C-8105-F46100185E82}"/>
              </a:ext>
            </a:extLst>
          </p:cNvPr>
          <p:cNvSpPr>
            <a:spLocks noGrp="1"/>
          </p:cNvSpPr>
          <p:nvPr>
            <p:ph type="title"/>
          </p:nvPr>
        </p:nvSpPr>
        <p:spPr>
          <a:xfrm>
            <a:off x="228600" y="327671"/>
            <a:ext cx="8686800" cy="838200"/>
          </a:xfrm>
        </p:spPr>
        <p:txBody>
          <a:bodyPr/>
          <a:lstStyle/>
          <a:p>
            <a:r>
              <a:rPr lang="en-US" altLang="ko-KR"/>
              <a:t>ELMo</a:t>
            </a:r>
            <a:endParaRPr lang="ko-KR" altLang="en-US" dirty="0"/>
          </a:p>
        </p:txBody>
      </p:sp>
      <p:sp>
        <p:nvSpPr>
          <p:cNvPr id="69" name="내용 개체 틀 68">
            <a:extLst>
              <a:ext uri="{FF2B5EF4-FFF2-40B4-BE49-F238E27FC236}">
                <a16:creationId xmlns:a16="http://schemas.microsoft.com/office/drawing/2014/main" id="{56656ED1-D8C9-409D-9371-34A8CF7BDB34}"/>
              </a:ext>
            </a:extLst>
          </p:cNvPr>
          <p:cNvSpPr>
            <a:spLocks noGrp="1"/>
          </p:cNvSpPr>
          <p:nvPr>
            <p:ph idx="1"/>
          </p:nvPr>
        </p:nvSpPr>
        <p:spPr>
          <a:xfrm>
            <a:off x="227218" y="1190746"/>
            <a:ext cx="8686800" cy="5238224"/>
          </a:xfrm>
          <a:ln>
            <a:solidFill>
              <a:schemeClr val="bg1"/>
            </a:solidFill>
          </a:ln>
        </p:spPr>
        <p:txBody>
          <a:bodyPr>
            <a:normAutofit/>
          </a:bodyPr>
          <a:lstStyle/>
          <a:p>
            <a:endParaRPr lang="en-US" altLang="ko-KR" sz="2000">
              <a:solidFill>
                <a:schemeClr val="tx1"/>
              </a:solidFill>
              <a:latin typeface="sohne"/>
            </a:endParaRPr>
          </a:p>
          <a:p>
            <a:pPr lvl="2"/>
            <a:endParaRPr lang="en-US" altLang="ko-KR" sz="1400">
              <a:solidFill>
                <a:schemeClr val="tx1"/>
              </a:solidFill>
              <a:latin typeface="sohne"/>
            </a:endParaRPr>
          </a:p>
          <a:p>
            <a:pPr lvl="2"/>
            <a:endParaRPr lang="en-US" altLang="ko-KR" sz="1400">
              <a:solidFill>
                <a:schemeClr val="tx1"/>
              </a:solidFill>
              <a:latin typeface="sohne"/>
            </a:endParaRPr>
          </a:p>
          <a:p>
            <a:pPr lvl="2"/>
            <a:endParaRPr lang="en-US" altLang="ko-KR" sz="1200">
              <a:solidFill>
                <a:schemeClr val="tx1"/>
              </a:solidFill>
              <a:latin typeface="sohne"/>
            </a:endParaRPr>
          </a:p>
          <a:p>
            <a:pPr lvl="2"/>
            <a:endParaRPr lang="en-US" altLang="ko-KR" sz="1200">
              <a:solidFill>
                <a:schemeClr val="tx1"/>
              </a:solidFill>
              <a:latin typeface="sohne"/>
            </a:endParaRPr>
          </a:p>
          <a:p>
            <a:pPr lvl="1"/>
            <a:endParaRPr lang="en-US" altLang="ko-KR" sz="1400">
              <a:solidFill>
                <a:schemeClr val="tx1"/>
              </a:solidFill>
              <a:latin typeface="sohne"/>
            </a:endParaRPr>
          </a:p>
        </p:txBody>
      </p:sp>
      <p:sp>
        <p:nvSpPr>
          <p:cNvPr id="9" name="TextBox 8">
            <a:extLst>
              <a:ext uri="{FF2B5EF4-FFF2-40B4-BE49-F238E27FC236}">
                <a16:creationId xmlns:a16="http://schemas.microsoft.com/office/drawing/2014/main" id="{11932515-A07D-43CF-8879-1D2F43D9E7EF}"/>
              </a:ext>
            </a:extLst>
          </p:cNvPr>
          <p:cNvSpPr txBox="1"/>
          <p:nvPr/>
        </p:nvSpPr>
        <p:spPr>
          <a:xfrm>
            <a:off x="6420556" y="87868"/>
            <a:ext cx="2628956" cy="369332"/>
          </a:xfrm>
          <a:prstGeom prst="rect">
            <a:avLst/>
          </a:prstGeom>
          <a:noFill/>
        </p:spPr>
        <p:txBody>
          <a:bodyPr wrap="squar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prstClr val="black"/>
                </a:solidFill>
                <a:effectLst/>
                <a:uLnTx/>
                <a:uFillTx/>
                <a:latin typeface="Times New Roman"/>
                <a:ea typeface="맑은 고딕"/>
                <a:cs typeface="+mn-cs"/>
              </a:rPr>
              <a:t>김성수</a:t>
            </a:r>
          </a:p>
        </p:txBody>
      </p:sp>
      <p:sp>
        <p:nvSpPr>
          <p:cNvPr id="6" name="내용 개체 틀 68">
            <a:extLst>
              <a:ext uri="{FF2B5EF4-FFF2-40B4-BE49-F238E27FC236}">
                <a16:creationId xmlns:a16="http://schemas.microsoft.com/office/drawing/2014/main" id="{E65802BF-3B9C-4FA1-BA8A-DD436C7CC123}"/>
              </a:ext>
            </a:extLst>
          </p:cNvPr>
          <p:cNvSpPr txBox="1">
            <a:spLocks/>
          </p:cNvSpPr>
          <p:nvPr/>
        </p:nvSpPr>
        <p:spPr>
          <a:xfrm>
            <a:off x="207672" y="1165871"/>
            <a:ext cx="8686800" cy="5238224"/>
          </a:xfrm>
          <a:prstGeom prst="rect">
            <a:avLst/>
          </a:prstGeom>
        </p:spPr>
        <p:txBody>
          <a:bodyPr vert="horz">
            <a:normAutofit/>
          </a:bodyPr>
          <a:lstStyle>
            <a:lvl1pPr marL="342900" indent="-342900" algn="l" rtl="0" eaLnBrk="1" latinLnBrk="1" hangingPunct="1">
              <a:spcBef>
                <a:spcPct val="20000"/>
              </a:spcBef>
              <a:buClr>
                <a:schemeClr val="accent1"/>
              </a:buClr>
              <a:buSzPct val="70000"/>
              <a:buFont typeface="Wingdings" panose="05000000000000000000" pitchFamily="2" charset="2"/>
              <a:buChar char="Ø"/>
              <a:defRPr kumimoji="0" sz="2400" kern="1200" baseline="0">
                <a:solidFill>
                  <a:schemeClr val="tx2"/>
                </a:solidFill>
                <a:latin typeface="+mn-lt"/>
                <a:ea typeface="+mn-ea"/>
                <a:cs typeface="+mn-cs"/>
              </a:defRPr>
            </a:lvl1pPr>
            <a:lvl2pPr marL="742950" indent="-285750" algn="l" rtl="0" eaLnBrk="1" latinLnBrk="1" hangingPunct="1">
              <a:spcBef>
                <a:spcPct val="20000"/>
              </a:spcBef>
              <a:buClr>
                <a:schemeClr val="accent1"/>
              </a:buClr>
              <a:buSzPct val="70000"/>
              <a:buFont typeface="Times New Roman" panose="02020603050405020304" pitchFamily="18" charset="0"/>
              <a:buChar char="●"/>
              <a:defRPr kumimoji="0" sz="2000" kern="1200" baseline="0">
                <a:solidFill>
                  <a:schemeClr val="tx2"/>
                </a:solidFill>
                <a:latin typeface="+mn-lt"/>
                <a:ea typeface="+mn-ea"/>
                <a:cs typeface="+mn-cs"/>
              </a:defRPr>
            </a:lvl2pPr>
            <a:lvl3pPr marL="1257300" indent="-342900" algn="l" rtl="0" eaLnBrk="1" latinLnBrk="1" hangingPunct="1">
              <a:spcBef>
                <a:spcPct val="20000"/>
              </a:spcBef>
              <a:buClr>
                <a:schemeClr val="accent1"/>
              </a:buClr>
              <a:buSzPct val="70000"/>
              <a:buFont typeface="Wingdings" panose="05000000000000000000" pitchFamily="2" charset="2"/>
              <a:buChar char="§"/>
              <a:defRPr kumimoji="0" sz="1800" kern="1200" baseline="0">
                <a:solidFill>
                  <a:schemeClr val="tx2"/>
                </a:solidFill>
                <a:latin typeface="+mn-lt"/>
                <a:ea typeface="+mn-ea"/>
                <a:cs typeface="+mn-cs"/>
              </a:defRPr>
            </a:lvl3pPr>
            <a:lvl4pPr marL="1600200" indent="-228600" algn="l" rtl="0" eaLnBrk="1" latinLnBrk="1" hangingPunct="1">
              <a:spcBef>
                <a:spcPct val="20000"/>
              </a:spcBef>
              <a:buClr>
                <a:schemeClr val="accent1"/>
              </a:buClr>
              <a:buSzPct val="70000"/>
              <a:buFont typeface="Arial" panose="020B0604020202020204" pitchFamily="34" charset="0"/>
              <a:buChar char="•"/>
              <a:defRPr kumimoji="0" sz="1600" kern="1200" baseline="0">
                <a:solidFill>
                  <a:schemeClr val="tx2"/>
                </a:solidFill>
                <a:latin typeface="+mn-lt"/>
                <a:ea typeface="+mn-ea"/>
                <a:cs typeface="+mn-cs"/>
              </a:defRPr>
            </a:lvl4pPr>
            <a:lvl5pPr marL="2057400" indent="-228600" algn="l" rtl="0" eaLnBrk="1" latinLnBrk="1"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5pPr>
            <a:lvl6pPr marL="2514600" indent="-228600" algn="l" rtl="0" eaLnBrk="1" latinLnBrk="1"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800" indent="-228600" algn="l" rtl="0" eaLnBrk="1" latinLnBrk="1"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9000" indent="-228600" algn="l" rtl="0" eaLnBrk="1" latinLnBrk="1"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6200" indent="-228600" algn="l" rtl="0" eaLnBrk="1" latinLnBrk="1"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a:lstStyle>
          <a:p>
            <a:r>
              <a:rPr lang="en-US" altLang="ko-KR" sz="2200">
                <a:solidFill>
                  <a:schemeClr val="tx1"/>
                </a:solidFill>
                <a:latin typeface="Calibri" panose="020F0502020204030204" pitchFamily="34" charset="0"/>
              </a:rPr>
              <a:t>Main Idea : </a:t>
            </a:r>
            <a:r>
              <a:rPr lang="ko-KR" altLang="en-US" sz="2200">
                <a:solidFill>
                  <a:schemeClr val="tx1"/>
                </a:solidFill>
                <a:latin typeface="Calibri" panose="020F0502020204030204" pitchFamily="34" charset="0"/>
              </a:rPr>
              <a:t>문맥을 반영한 </a:t>
            </a:r>
            <a:r>
              <a:rPr lang="en-US" altLang="ko-KR" sz="2200">
                <a:solidFill>
                  <a:schemeClr val="tx1"/>
                </a:solidFill>
                <a:latin typeface="Calibri" panose="020F0502020204030204" pitchFamily="34" charset="0"/>
              </a:rPr>
              <a:t>word embedding </a:t>
            </a:r>
          </a:p>
          <a:p>
            <a:r>
              <a:rPr lang="en-US" altLang="ko-KR" sz="2200">
                <a:solidFill>
                  <a:srgbClr val="FF0000"/>
                </a:solidFill>
                <a:latin typeface="Calibri" panose="020F0502020204030204" pitchFamily="34" charset="0"/>
              </a:rPr>
              <a:t>Instead of using a fixed embedding </a:t>
            </a:r>
            <a:r>
              <a:rPr lang="en-US" altLang="ko-KR" sz="2200">
                <a:latin typeface="Calibri" panose="020F0502020204030204" pitchFamily="34" charset="0"/>
              </a:rPr>
              <a:t>for each word, ELMo looks at the entire sentence before assigning each word in it an embedding</a:t>
            </a:r>
          </a:p>
          <a:p>
            <a:endParaRPr lang="en-US" altLang="ko-KR" sz="2200">
              <a:latin typeface="Calibri" panose="020F0502020204030204" pitchFamily="34" charset="0"/>
            </a:endParaRPr>
          </a:p>
          <a:p>
            <a:endParaRPr lang="en-US" altLang="ko-KR" sz="2200">
              <a:latin typeface="Calibri" panose="020F0502020204030204" pitchFamily="34" charset="0"/>
            </a:endParaRPr>
          </a:p>
          <a:p>
            <a:endParaRPr lang="en-US" altLang="ko-KR" sz="2200">
              <a:latin typeface="Calibri" panose="020F0502020204030204" pitchFamily="34" charset="0"/>
            </a:endParaRPr>
          </a:p>
          <a:p>
            <a:endParaRPr lang="en-US" altLang="ko-KR" sz="2200">
              <a:latin typeface="Calibri" panose="020F0502020204030204" pitchFamily="34" charset="0"/>
            </a:endParaRPr>
          </a:p>
          <a:p>
            <a:endParaRPr lang="en-US" altLang="ko-KR" sz="2200">
              <a:latin typeface="Calibri" panose="020F0502020204030204" pitchFamily="34" charset="0"/>
            </a:endParaRPr>
          </a:p>
          <a:p>
            <a:endParaRPr lang="en-US" altLang="ko-KR" sz="2200">
              <a:latin typeface="Calibri" panose="020F0502020204030204" pitchFamily="34" charset="0"/>
            </a:endParaRPr>
          </a:p>
          <a:p>
            <a:endParaRPr lang="en-US" altLang="ko-KR" sz="2200">
              <a:latin typeface="Calibri" panose="020F0502020204030204" pitchFamily="34" charset="0"/>
            </a:endParaRPr>
          </a:p>
          <a:p>
            <a:endParaRPr lang="en-US" altLang="ko-KR" sz="2200">
              <a:latin typeface="Calibri" panose="020F0502020204030204" pitchFamily="34" charset="0"/>
            </a:endParaRPr>
          </a:p>
          <a:p>
            <a:endParaRPr lang="en-US" altLang="ko-KR" sz="2200">
              <a:latin typeface="Calibri" panose="020F0502020204030204" pitchFamily="34" charset="0"/>
            </a:endParaRPr>
          </a:p>
          <a:p>
            <a:endParaRPr lang="en-US" altLang="ko-KR" sz="2200">
              <a:latin typeface="Calibri" panose="020F0502020204030204" pitchFamily="34" charset="0"/>
            </a:endParaRPr>
          </a:p>
          <a:p>
            <a:pPr lvl="1"/>
            <a:endParaRPr lang="en-US" altLang="ko-KR" sz="1800">
              <a:latin typeface="Calibri" panose="020F0502020204030204" pitchFamily="34" charset="0"/>
            </a:endParaRPr>
          </a:p>
          <a:p>
            <a:endParaRPr lang="en-US" altLang="ko-KR" sz="1800" i="1">
              <a:latin typeface="Calibri" panose="020F0502020204030204" pitchFamily="34" charset="0"/>
            </a:endParaRPr>
          </a:p>
          <a:p>
            <a:pPr lvl="1"/>
            <a:endParaRPr lang="en-US" altLang="ko-KR" sz="1400" i="1">
              <a:latin typeface="Calibri" panose="020F0502020204030204" pitchFamily="34" charset="0"/>
            </a:endParaRPr>
          </a:p>
        </p:txBody>
      </p:sp>
      <p:sp>
        <p:nvSpPr>
          <p:cNvPr id="10" name="TextBox 9">
            <a:extLst>
              <a:ext uri="{FF2B5EF4-FFF2-40B4-BE49-F238E27FC236}">
                <a16:creationId xmlns:a16="http://schemas.microsoft.com/office/drawing/2014/main" id="{F0493FFD-D3C9-42F8-897A-3D5621C8EF98}"/>
              </a:ext>
            </a:extLst>
          </p:cNvPr>
          <p:cNvSpPr txBox="1"/>
          <p:nvPr/>
        </p:nvSpPr>
        <p:spPr>
          <a:xfrm>
            <a:off x="1291894" y="406182"/>
            <a:ext cx="7757618" cy="646331"/>
          </a:xfrm>
          <a:prstGeom prst="rect">
            <a:avLst/>
          </a:prstGeom>
          <a:noFill/>
        </p:spPr>
        <p:txBody>
          <a:bodyPr wrap="square">
            <a:spAutoFit/>
          </a:bodyPr>
          <a:lstStyle/>
          <a:p>
            <a:pPr lvl="1"/>
            <a:r>
              <a:rPr lang="en-US" altLang="ko-KR" sz="1600">
                <a:latin typeface="Calibri" panose="020F0502020204030204" pitchFamily="34" charset="0"/>
              </a:rPr>
              <a:t>[6] (ELMo) </a:t>
            </a:r>
            <a:r>
              <a:rPr lang="en-US" altLang="ko-KR" sz="1800">
                <a:latin typeface="Calibri" panose="020F0502020204030204" pitchFamily="34" charset="0"/>
              </a:rPr>
              <a:t>M. Peters</a:t>
            </a:r>
            <a:r>
              <a:rPr lang="en-US" altLang="ko-KR" sz="1800" i="1">
                <a:latin typeface="Calibri" panose="020F0502020204030204" pitchFamily="34" charset="0"/>
              </a:rPr>
              <a:t> et al., "Deep contextualized word representations. arXiv 2018," arXiv preprint arXiv:1802.05365, vol. 12, 1802.</a:t>
            </a:r>
          </a:p>
        </p:txBody>
      </p:sp>
      <p:pic>
        <p:nvPicPr>
          <p:cNvPr id="3" name="그림 2">
            <a:extLst>
              <a:ext uri="{FF2B5EF4-FFF2-40B4-BE49-F238E27FC236}">
                <a16:creationId xmlns:a16="http://schemas.microsoft.com/office/drawing/2014/main" id="{910CE2CF-1145-4978-98CD-ADC4E047687E}"/>
              </a:ext>
            </a:extLst>
          </p:cNvPr>
          <p:cNvPicPr>
            <a:picLocks noChangeAspect="1"/>
          </p:cNvPicPr>
          <p:nvPr/>
        </p:nvPicPr>
        <p:blipFill>
          <a:blip r:embed="rId3"/>
          <a:stretch>
            <a:fillRect/>
          </a:stretch>
        </p:blipFill>
        <p:spPr>
          <a:xfrm>
            <a:off x="1187624" y="2337091"/>
            <a:ext cx="6408712" cy="4433041"/>
          </a:xfrm>
          <a:prstGeom prst="rect">
            <a:avLst/>
          </a:prstGeom>
        </p:spPr>
      </p:pic>
    </p:spTree>
    <p:extLst>
      <p:ext uri="{BB962C8B-B14F-4D97-AF65-F5344CB8AC3E}">
        <p14:creationId xmlns:p14="http://schemas.microsoft.com/office/powerpoint/2010/main" val="32856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F6AF8C84-D71B-418C-8105-F46100185E82}"/>
              </a:ext>
            </a:extLst>
          </p:cNvPr>
          <p:cNvSpPr>
            <a:spLocks noGrp="1"/>
          </p:cNvSpPr>
          <p:nvPr>
            <p:ph type="title"/>
          </p:nvPr>
        </p:nvSpPr>
        <p:spPr>
          <a:xfrm>
            <a:off x="228600" y="327671"/>
            <a:ext cx="8686800" cy="838200"/>
          </a:xfrm>
        </p:spPr>
        <p:txBody>
          <a:bodyPr/>
          <a:lstStyle/>
          <a:p>
            <a:r>
              <a:rPr lang="en-US" altLang="ko-KR"/>
              <a:t>ELMo</a:t>
            </a:r>
            <a:endParaRPr lang="ko-KR" altLang="en-US" dirty="0"/>
          </a:p>
        </p:txBody>
      </p:sp>
      <p:sp>
        <p:nvSpPr>
          <p:cNvPr id="69" name="내용 개체 틀 68">
            <a:extLst>
              <a:ext uri="{FF2B5EF4-FFF2-40B4-BE49-F238E27FC236}">
                <a16:creationId xmlns:a16="http://schemas.microsoft.com/office/drawing/2014/main" id="{56656ED1-D8C9-409D-9371-34A8CF7BDB34}"/>
              </a:ext>
            </a:extLst>
          </p:cNvPr>
          <p:cNvSpPr>
            <a:spLocks noGrp="1"/>
          </p:cNvSpPr>
          <p:nvPr>
            <p:ph idx="1"/>
          </p:nvPr>
        </p:nvSpPr>
        <p:spPr>
          <a:xfrm>
            <a:off x="227218" y="1190746"/>
            <a:ext cx="8686800" cy="5238224"/>
          </a:xfrm>
          <a:ln>
            <a:solidFill>
              <a:schemeClr val="bg1"/>
            </a:solidFill>
          </a:ln>
        </p:spPr>
        <p:txBody>
          <a:bodyPr>
            <a:normAutofit/>
          </a:bodyPr>
          <a:lstStyle/>
          <a:p>
            <a:endParaRPr lang="en-US" altLang="ko-KR" sz="2000">
              <a:solidFill>
                <a:schemeClr val="tx1"/>
              </a:solidFill>
              <a:latin typeface="sohne"/>
            </a:endParaRPr>
          </a:p>
          <a:p>
            <a:pPr lvl="2"/>
            <a:endParaRPr lang="en-US" altLang="ko-KR" sz="1400">
              <a:solidFill>
                <a:schemeClr val="tx1"/>
              </a:solidFill>
              <a:latin typeface="sohne"/>
            </a:endParaRPr>
          </a:p>
          <a:p>
            <a:pPr lvl="2"/>
            <a:endParaRPr lang="en-US" altLang="ko-KR" sz="1400">
              <a:solidFill>
                <a:schemeClr val="tx1"/>
              </a:solidFill>
              <a:latin typeface="sohne"/>
            </a:endParaRPr>
          </a:p>
          <a:p>
            <a:pPr lvl="2"/>
            <a:endParaRPr lang="en-US" altLang="ko-KR" sz="1200">
              <a:solidFill>
                <a:schemeClr val="tx1"/>
              </a:solidFill>
              <a:latin typeface="sohne"/>
            </a:endParaRPr>
          </a:p>
          <a:p>
            <a:pPr lvl="2"/>
            <a:endParaRPr lang="en-US" altLang="ko-KR" sz="1200">
              <a:solidFill>
                <a:schemeClr val="tx1"/>
              </a:solidFill>
              <a:latin typeface="sohne"/>
            </a:endParaRPr>
          </a:p>
          <a:p>
            <a:pPr lvl="1"/>
            <a:endParaRPr lang="en-US" altLang="ko-KR" sz="1400">
              <a:solidFill>
                <a:schemeClr val="tx1"/>
              </a:solidFill>
              <a:latin typeface="sohne"/>
            </a:endParaRPr>
          </a:p>
        </p:txBody>
      </p:sp>
      <p:sp>
        <p:nvSpPr>
          <p:cNvPr id="9" name="TextBox 8">
            <a:extLst>
              <a:ext uri="{FF2B5EF4-FFF2-40B4-BE49-F238E27FC236}">
                <a16:creationId xmlns:a16="http://schemas.microsoft.com/office/drawing/2014/main" id="{11932515-A07D-43CF-8879-1D2F43D9E7EF}"/>
              </a:ext>
            </a:extLst>
          </p:cNvPr>
          <p:cNvSpPr txBox="1"/>
          <p:nvPr/>
        </p:nvSpPr>
        <p:spPr>
          <a:xfrm>
            <a:off x="6420556" y="87868"/>
            <a:ext cx="2628956" cy="369332"/>
          </a:xfrm>
          <a:prstGeom prst="rect">
            <a:avLst/>
          </a:prstGeom>
          <a:noFill/>
        </p:spPr>
        <p:txBody>
          <a:bodyPr wrap="squar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prstClr val="black"/>
                </a:solidFill>
                <a:effectLst/>
                <a:uLnTx/>
                <a:uFillTx/>
                <a:latin typeface="Times New Roman"/>
                <a:ea typeface="맑은 고딕"/>
                <a:cs typeface="+mn-cs"/>
              </a:rPr>
              <a:t>김성수</a:t>
            </a:r>
          </a:p>
        </p:txBody>
      </p:sp>
      <p:sp>
        <p:nvSpPr>
          <p:cNvPr id="6" name="내용 개체 틀 68">
            <a:extLst>
              <a:ext uri="{FF2B5EF4-FFF2-40B4-BE49-F238E27FC236}">
                <a16:creationId xmlns:a16="http://schemas.microsoft.com/office/drawing/2014/main" id="{E65802BF-3B9C-4FA1-BA8A-DD436C7CC123}"/>
              </a:ext>
            </a:extLst>
          </p:cNvPr>
          <p:cNvSpPr txBox="1">
            <a:spLocks/>
          </p:cNvSpPr>
          <p:nvPr/>
        </p:nvSpPr>
        <p:spPr>
          <a:xfrm>
            <a:off x="207672" y="1165871"/>
            <a:ext cx="8686800" cy="5238224"/>
          </a:xfrm>
          <a:prstGeom prst="rect">
            <a:avLst/>
          </a:prstGeom>
        </p:spPr>
        <p:txBody>
          <a:bodyPr vert="horz">
            <a:normAutofit/>
          </a:bodyPr>
          <a:lstStyle>
            <a:lvl1pPr marL="342900" indent="-342900" algn="l" rtl="0" eaLnBrk="1" latinLnBrk="1" hangingPunct="1">
              <a:spcBef>
                <a:spcPct val="20000"/>
              </a:spcBef>
              <a:buClr>
                <a:schemeClr val="accent1"/>
              </a:buClr>
              <a:buSzPct val="70000"/>
              <a:buFont typeface="Wingdings" panose="05000000000000000000" pitchFamily="2" charset="2"/>
              <a:buChar char="Ø"/>
              <a:defRPr kumimoji="0" sz="2400" kern="1200" baseline="0">
                <a:solidFill>
                  <a:schemeClr val="tx2"/>
                </a:solidFill>
                <a:latin typeface="+mn-lt"/>
                <a:ea typeface="+mn-ea"/>
                <a:cs typeface="+mn-cs"/>
              </a:defRPr>
            </a:lvl1pPr>
            <a:lvl2pPr marL="742950" indent="-285750" algn="l" rtl="0" eaLnBrk="1" latinLnBrk="1" hangingPunct="1">
              <a:spcBef>
                <a:spcPct val="20000"/>
              </a:spcBef>
              <a:buClr>
                <a:schemeClr val="accent1"/>
              </a:buClr>
              <a:buSzPct val="70000"/>
              <a:buFont typeface="Times New Roman" panose="02020603050405020304" pitchFamily="18" charset="0"/>
              <a:buChar char="●"/>
              <a:defRPr kumimoji="0" sz="2000" kern="1200" baseline="0">
                <a:solidFill>
                  <a:schemeClr val="tx2"/>
                </a:solidFill>
                <a:latin typeface="+mn-lt"/>
                <a:ea typeface="+mn-ea"/>
                <a:cs typeface="+mn-cs"/>
              </a:defRPr>
            </a:lvl2pPr>
            <a:lvl3pPr marL="1257300" indent="-342900" algn="l" rtl="0" eaLnBrk="1" latinLnBrk="1" hangingPunct="1">
              <a:spcBef>
                <a:spcPct val="20000"/>
              </a:spcBef>
              <a:buClr>
                <a:schemeClr val="accent1"/>
              </a:buClr>
              <a:buSzPct val="70000"/>
              <a:buFont typeface="Wingdings" panose="05000000000000000000" pitchFamily="2" charset="2"/>
              <a:buChar char="§"/>
              <a:defRPr kumimoji="0" sz="1800" kern="1200" baseline="0">
                <a:solidFill>
                  <a:schemeClr val="tx2"/>
                </a:solidFill>
                <a:latin typeface="+mn-lt"/>
                <a:ea typeface="+mn-ea"/>
                <a:cs typeface="+mn-cs"/>
              </a:defRPr>
            </a:lvl3pPr>
            <a:lvl4pPr marL="1600200" indent="-228600" algn="l" rtl="0" eaLnBrk="1" latinLnBrk="1" hangingPunct="1">
              <a:spcBef>
                <a:spcPct val="20000"/>
              </a:spcBef>
              <a:buClr>
                <a:schemeClr val="accent1"/>
              </a:buClr>
              <a:buSzPct val="70000"/>
              <a:buFont typeface="Arial" panose="020B0604020202020204" pitchFamily="34" charset="0"/>
              <a:buChar char="•"/>
              <a:defRPr kumimoji="0" sz="1600" kern="1200" baseline="0">
                <a:solidFill>
                  <a:schemeClr val="tx2"/>
                </a:solidFill>
                <a:latin typeface="+mn-lt"/>
                <a:ea typeface="+mn-ea"/>
                <a:cs typeface="+mn-cs"/>
              </a:defRPr>
            </a:lvl4pPr>
            <a:lvl5pPr marL="2057400" indent="-228600" algn="l" rtl="0" eaLnBrk="1" latinLnBrk="1"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5pPr>
            <a:lvl6pPr marL="2514600" indent="-228600" algn="l" rtl="0" eaLnBrk="1" latinLnBrk="1"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800" indent="-228600" algn="l" rtl="0" eaLnBrk="1" latinLnBrk="1"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9000" indent="-228600" algn="l" rtl="0" eaLnBrk="1" latinLnBrk="1"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6200" indent="-228600" algn="l" rtl="0" eaLnBrk="1" latinLnBrk="1"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a:lstStyle>
          <a:p>
            <a:r>
              <a:rPr lang="en-US" altLang="ko-KR" sz="2200">
                <a:solidFill>
                  <a:schemeClr val="tx1"/>
                </a:solidFill>
                <a:latin typeface="Calibri" panose="020F0502020204030204" pitchFamily="34" charset="0"/>
              </a:rPr>
              <a:t>Main Idea : </a:t>
            </a:r>
            <a:r>
              <a:rPr lang="ko-KR" altLang="en-US" sz="2200">
                <a:solidFill>
                  <a:schemeClr val="tx1"/>
                </a:solidFill>
                <a:latin typeface="Calibri" panose="020F0502020204030204" pitchFamily="34" charset="0"/>
              </a:rPr>
              <a:t>문맥을 반영한 </a:t>
            </a:r>
            <a:r>
              <a:rPr lang="en-US" altLang="ko-KR" sz="2200">
                <a:solidFill>
                  <a:schemeClr val="tx1"/>
                </a:solidFill>
                <a:latin typeface="Calibri" panose="020F0502020204030204" pitchFamily="34" charset="0"/>
              </a:rPr>
              <a:t>word embedding </a:t>
            </a:r>
          </a:p>
          <a:p>
            <a:endParaRPr lang="en-US" altLang="ko-KR" sz="2200">
              <a:latin typeface="Calibri" panose="020F0502020204030204" pitchFamily="34" charset="0"/>
            </a:endParaRPr>
          </a:p>
          <a:p>
            <a:endParaRPr lang="en-US" altLang="ko-KR" sz="2200">
              <a:latin typeface="Calibri" panose="020F0502020204030204" pitchFamily="34" charset="0"/>
            </a:endParaRPr>
          </a:p>
          <a:p>
            <a:endParaRPr lang="en-US" altLang="ko-KR" sz="2200">
              <a:latin typeface="Calibri" panose="020F0502020204030204" pitchFamily="34" charset="0"/>
            </a:endParaRPr>
          </a:p>
          <a:p>
            <a:endParaRPr lang="en-US" altLang="ko-KR" sz="2200">
              <a:latin typeface="Calibri" panose="020F0502020204030204" pitchFamily="34" charset="0"/>
            </a:endParaRPr>
          </a:p>
          <a:p>
            <a:endParaRPr lang="en-US" altLang="ko-KR" sz="2200">
              <a:latin typeface="Calibri" panose="020F0502020204030204" pitchFamily="34" charset="0"/>
            </a:endParaRPr>
          </a:p>
          <a:p>
            <a:endParaRPr lang="en-US" altLang="ko-KR" sz="2200">
              <a:latin typeface="Calibri" panose="020F0502020204030204" pitchFamily="34" charset="0"/>
            </a:endParaRPr>
          </a:p>
          <a:p>
            <a:endParaRPr lang="en-US" altLang="ko-KR" sz="2200">
              <a:latin typeface="Calibri" panose="020F0502020204030204" pitchFamily="34" charset="0"/>
            </a:endParaRPr>
          </a:p>
          <a:p>
            <a:endParaRPr lang="en-US" altLang="ko-KR" sz="2200">
              <a:latin typeface="Calibri" panose="020F0502020204030204" pitchFamily="34" charset="0"/>
            </a:endParaRPr>
          </a:p>
          <a:p>
            <a:endParaRPr lang="en-US" altLang="ko-KR" sz="2200">
              <a:latin typeface="Calibri" panose="020F0502020204030204" pitchFamily="34" charset="0"/>
            </a:endParaRPr>
          </a:p>
          <a:p>
            <a:endParaRPr lang="en-US" altLang="ko-KR" sz="2200">
              <a:latin typeface="Calibri" panose="020F0502020204030204" pitchFamily="34" charset="0"/>
            </a:endParaRPr>
          </a:p>
          <a:p>
            <a:pPr lvl="1"/>
            <a:endParaRPr lang="en-US" altLang="ko-KR" sz="1800">
              <a:latin typeface="Calibri" panose="020F0502020204030204" pitchFamily="34" charset="0"/>
            </a:endParaRPr>
          </a:p>
          <a:p>
            <a:endParaRPr lang="en-US" altLang="ko-KR" sz="1800" i="1">
              <a:latin typeface="Calibri" panose="020F0502020204030204" pitchFamily="34" charset="0"/>
            </a:endParaRPr>
          </a:p>
          <a:p>
            <a:pPr lvl="1"/>
            <a:endParaRPr lang="en-US" altLang="ko-KR" sz="1400" i="1">
              <a:latin typeface="Calibri" panose="020F0502020204030204" pitchFamily="34" charset="0"/>
            </a:endParaRPr>
          </a:p>
        </p:txBody>
      </p:sp>
      <p:sp>
        <p:nvSpPr>
          <p:cNvPr id="10" name="TextBox 9">
            <a:extLst>
              <a:ext uri="{FF2B5EF4-FFF2-40B4-BE49-F238E27FC236}">
                <a16:creationId xmlns:a16="http://schemas.microsoft.com/office/drawing/2014/main" id="{F0493FFD-D3C9-42F8-897A-3D5621C8EF98}"/>
              </a:ext>
            </a:extLst>
          </p:cNvPr>
          <p:cNvSpPr txBox="1"/>
          <p:nvPr/>
        </p:nvSpPr>
        <p:spPr>
          <a:xfrm>
            <a:off x="1291894" y="406182"/>
            <a:ext cx="7757618" cy="646331"/>
          </a:xfrm>
          <a:prstGeom prst="rect">
            <a:avLst/>
          </a:prstGeom>
          <a:noFill/>
        </p:spPr>
        <p:txBody>
          <a:bodyPr wrap="square">
            <a:spAutoFit/>
          </a:bodyPr>
          <a:lstStyle/>
          <a:p>
            <a:pPr lvl="1"/>
            <a:r>
              <a:rPr lang="en-US" altLang="ko-KR" sz="1600">
                <a:latin typeface="Calibri" panose="020F0502020204030204" pitchFamily="34" charset="0"/>
              </a:rPr>
              <a:t>[6] (ELMo) </a:t>
            </a:r>
            <a:r>
              <a:rPr lang="en-US" altLang="ko-KR" sz="1800">
                <a:latin typeface="Calibri" panose="020F0502020204030204" pitchFamily="34" charset="0"/>
              </a:rPr>
              <a:t>M. Peters</a:t>
            </a:r>
            <a:r>
              <a:rPr lang="en-US" altLang="ko-KR" sz="1800" i="1">
                <a:latin typeface="Calibri" panose="020F0502020204030204" pitchFamily="34" charset="0"/>
              </a:rPr>
              <a:t> et al., "Deep contextualized word representations. arXiv 2018," arXiv preprint arXiv:1802.05365, vol. 12, 1802.</a:t>
            </a:r>
          </a:p>
        </p:txBody>
      </p:sp>
      <p:pic>
        <p:nvPicPr>
          <p:cNvPr id="4" name="그림 3">
            <a:extLst>
              <a:ext uri="{FF2B5EF4-FFF2-40B4-BE49-F238E27FC236}">
                <a16:creationId xmlns:a16="http://schemas.microsoft.com/office/drawing/2014/main" id="{A61F8D61-561C-4A24-B238-9B31089DBC54}"/>
              </a:ext>
            </a:extLst>
          </p:cNvPr>
          <p:cNvPicPr>
            <a:picLocks noChangeAspect="1"/>
          </p:cNvPicPr>
          <p:nvPr/>
        </p:nvPicPr>
        <p:blipFill>
          <a:blip r:embed="rId3"/>
          <a:stretch>
            <a:fillRect/>
          </a:stretch>
        </p:blipFill>
        <p:spPr>
          <a:xfrm>
            <a:off x="395536" y="1969078"/>
            <a:ext cx="8640960" cy="3411881"/>
          </a:xfrm>
          <a:prstGeom prst="rect">
            <a:avLst/>
          </a:prstGeom>
        </p:spPr>
      </p:pic>
    </p:spTree>
    <p:extLst>
      <p:ext uri="{BB962C8B-B14F-4D97-AF65-F5344CB8AC3E}">
        <p14:creationId xmlns:p14="http://schemas.microsoft.com/office/powerpoint/2010/main" val="17818569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F6AF8C84-D71B-418C-8105-F46100185E82}"/>
              </a:ext>
            </a:extLst>
          </p:cNvPr>
          <p:cNvSpPr>
            <a:spLocks noGrp="1"/>
          </p:cNvSpPr>
          <p:nvPr>
            <p:ph type="title"/>
          </p:nvPr>
        </p:nvSpPr>
        <p:spPr>
          <a:xfrm>
            <a:off x="228600" y="327671"/>
            <a:ext cx="8686800" cy="838200"/>
          </a:xfrm>
        </p:spPr>
        <p:txBody>
          <a:bodyPr/>
          <a:lstStyle/>
          <a:p>
            <a:r>
              <a:rPr lang="en-US" altLang="ko-KR"/>
              <a:t>ELMo</a:t>
            </a:r>
            <a:endParaRPr lang="ko-KR" altLang="en-US" dirty="0"/>
          </a:p>
        </p:txBody>
      </p:sp>
      <p:sp>
        <p:nvSpPr>
          <p:cNvPr id="69" name="내용 개체 틀 68">
            <a:extLst>
              <a:ext uri="{FF2B5EF4-FFF2-40B4-BE49-F238E27FC236}">
                <a16:creationId xmlns:a16="http://schemas.microsoft.com/office/drawing/2014/main" id="{56656ED1-D8C9-409D-9371-34A8CF7BDB34}"/>
              </a:ext>
            </a:extLst>
          </p:cNvPr>
          <p:cNvSpPr>
            <a:spLocks noGrp="1"/>
          </p:cNvSpPr>
          <p:nvPr>
            <p:ph idx="1"/>
          </p:nvPr>
        </p:nvSpPr>
        <p:spPr>
          <a:xfrm>
            <a:off x="227218" y="1190746"/>
            <a:ext cx="8686800" cy="5238224"/>
          </a:xfrm>
          <a:ln>
            <a:solidFill>
              <a:schemeClr val="bg1"/>
            </a:solidFill>
          </a:ln>
        </p:spPr>
        <p:txBody>
          <a:bodyPr>
            <a:normAutofit/>
          </a:bodyPr>
          <a:lstStyle/>
          <a:p>
            <a:endParaRPr lang="en-US" altLang="ko-KR" sz="2000">
              <a:solidFill>
                <a:schemeClr val="tx1"/>
              </a:solidFill>
              <a:latin typeface="sohne"/>
            </a:endParaRPr>
          </a:p>
          <a:p>
            <a:pPr lvl="2"/>
            <a:endParaRPr lang="en-US" altLang="ko-KR" sz="1400">
              <a:solidFill>
                <a:schemeClr val="tx1"/>
              </a:solidFill>
              <a:latin typeface="sohne"/>
            </a:endParaRPr>
          </a:p>
          <a:p>
            <a:pPr lvl="2"/>
            <a:endParaRPr lang="en-US" altLang="ko-KR" sz="1400">
              <a:solidFill>
                <a:schemeClr val="tx1"/>
              </a:solidFill>
              <a:latin typeface="sohne"/>
            </a:endParaRPr>
          </a:p>
          <a:p>
            <a:pPr lvl="2"/>
            <a:endParaRPr lang="en-US" altLang="ko-KR" sz="1200">
              <a:solidFill>
                <a:schemeClr val="tx1"/>
              </a:solidFill>
              <a:latin typeface="sohne"/>
            </a:endParaRPr>
          </a:p>
          <a:p>
            <a:pPr lvl="2"/>
            <a:endParaRPr lang="en-US" altLang="ko-KR" sz="1200">
              <a:solidFill>
                <a:schemeClr val="tx1"/>
              </a:solidFill>
              <a:latin typeface="sohne"/>
            </a:endParaRPr>
          </a:p>
          <a:p>
            <a:pPr lvl="1"/>
            <a:endParaRPr lang="en-US" altLang="ko-KR" sz="1400">
              <a:solidFill>
                <a:schemeClr val="tx1"/>
              </a:solidFill>
              <a:latin typeface="sohne"/>
            </a:endParaRPr>
          </a:p>
        </p:txBody>
      </p:sp>
      <p:sp>
        <p:nvSpPr>
          <p:cNvPr id="9" name="TextBox 8">
            <a:extLst>
              <a:ext uri="{FF2B5EF4-FFF2-40B4-BE49-F238E27FC236}">
                <a16:creationId xmlns:a16="http://schemas.microsoft.com/office/drawing/2014/main" id="{11932515-A07D-43CF-8879-1D2F43D9E7EF}"/>
              </a:ext>
            </a:extLst>
          </p:cNvPr>
          <p:cNvSpPr txBox="1"/>
          <p:nvPr/>
        </p:nvSpPr>
        <p:spPr>
          <a:xfrm>
            <a:off x="6420556" y="87868"/>
            <a:ext cx="2628956" cy="369332"/>
          </a:xfrm>
          <a:prstGeom prst="rect">
            <a:avLst/>
          </a:prstGeom>
          <a:noFill/>
        </p:spPr>
        <p:txBody>
          <a:bodyPr wrap="squar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prstClr val="black"/>
                </a:solidFill>
                <a:effectLst/>
                <a:uLnTx/>
                <a:uFillTx/>
                <a:latin typeface="Times New Roman"/>
                <a:ea typeface="맑은 고딕"/>
                <a:cs typeface="+mn-cs"/>
              </a:rPr>
              <a:t>김성수</a:t>
            </a:r>
          </a:p>
        </p:txBody>
      </p:sp>
      <p:sp>
        <p:nvSpPr>
          <p:cNvPr id="6" name="내용 개체 틀 68">
            <a:extLst>
              <a:ext uri="{FF2B5EF4-FFF2-40B4-BE49-F238E27FC236}">
                <a16:creationId xmlns:a16="http://schemas.microsoft.com/office/drawing/2014/main" id="{E65802BF-3B9C-4FA1-BA8A-DD436C7CC123}"/>
              </a:ext>
            </a:extLst>
          </p:cNvPr>
          <p:cNvSpPr txBox="1">
            <a:spLocks/>
          </p:cNvSpPr>
          <p:nvPr/>
        </p:nvSpPr>
        <p:spPr>
          <a:xfrm>
            <a:off x="207672" y="1165871"/>
            <a:ext cx="8686800" cy="5238224"/>
          </a:xfrm>
          <a:prstGeom prst="rect">
            <a:avLst/>
          </a:prstGeom>
        </p:spPr>
        <p:txBody>
          <a:bodyPr vert="horz">
            <a:normAutofit/>
          </a:bodyPr>
          <a:lstStyle>
            <a:lvl1pPr marL="342900" indent="-342900" algn="l" rtl="0" eaLnBrk="1" latinLnBrk="1" hangingPunct="1">
              <a:spcBef>
                <a:spcPct val="20000"/>
              </a:spcBef>
              <a:buClr>
                <a:schemeClr val="accent1"/>
              </a:buClr>
              <a:buSzPct val="70000"/>
              <a:buFont typeface="Wingdings" panose="05000000000000000000" pitchFamily="2" charset="2"/>
              <a:buChar char="Ø"/>
              <a:defRPr kumimoji="0" sz="2400" kern="1200" baseline="0">
                <a:solidFill>
                  <a:schemeClr val="tx2"/>
                </a:solidFill>
                <a:latin typeface="+mn-lt"/>
                <a:ea typeface="+mn-ea"/>
                <a:cs typeface="+mn-cs"/>
              </a:defRPr>
            </a:lvl1pPr>
            <a:lvl2pPr marL="742950" indent="-285750" algn="l" rtl="0" eaLnBrk="1" latinLnBrk="1" hangingPunct="1">
              <a:spcBef>
                <a:spcPct val="20000"/>
              </a:spcBef>
              <a:buClr>
                <a:schemeClr val="accent1"/>
              </a:buClr>
              <a:buSzPct val="70000"/>
              <a:buFont typeface="Times New Roman" panose="02020603050405020304" pitchFamily="18" charset="0"/>
              <a:buChar char="●"/>
              <a:defRPr kumimoji="0" sz="2000" kern="1200" baseline="0">
                <a:solidFill>
                  <a:schemeClr val="tx2"/>
                </a:solidFill>
                <a:latin typeface="+mn-lt"/>
                <a:ea typeface="+mn-ea"/>
                <a:cs typeface="+mn-cs"/>
              </a:defRPr>
            </a:lvl2pPr>
            <a:lvl3pPr marL="1257300" indent="-342900" algn="l" rtl="0" eaLnBrk="1" latinLnBrk="1" hangingPunct="1">
              <a:spcBef>
                <a:spcPct val="20000"/>
              </a:spcBef>
              <a:buClr>
                <a:schemeClr val="accent1"/>
              </a:buClr>
              <a:buSzPct val="70000"/>
              <a:buFont typeface="Wingdings" panose="05000000000000000000" pitchFamily="2" charset="2"/>
              <a:buChar char="§"/>
              <a:defRPr kumimoji="0" sz="1800" kern="1200" baseline="0">
                <a:solidFill>
                  <a:schemeClr val="tx2"/>
                </a:solidFill>
                <a:latin typeface="+mn-lt"/>
                <a:ea typeface="+mn-ea"/>
                <a:cs typeface="+mn-cs"/>
              </a:defRPr>
            </a:lvl3pPr>
            <a:lvl4pPr marL="1600200" indent="-228600" algn="l" rtl="0" eaLnBrk="1" latinLnBrk="1" hangingPunct="1">
              <a:spcBef>
                <a:spcPct val="20000"/>
              </a:spcBef>
              <a:buClr>
                <a:schemeClr val="accent1"/>
              </a:buClr>
              <a:buSzPct val="70000"/>
              <a:buFont typeface="Arial" panose="020B0604020202020204" pitchFamily="34" charset="0"/>
              <a:buChar char="•"/>
              <a:defRPr kumimoji="0" sz="1600" kern="1200" baseline="0">
                <a:solidFill>
                  <a:schemeClr val="tx2"/>
                </a:solidFill>
                <a:latin typeface="+mn-lt"/>
                <a:ea typeface="+mn-ea"/>
                <a:cs typeface="+mn-cs"/>
              </a:defRPr>
            </a:lvl4pPr>
            <a:lvl5pPr marL="2057400" indent="-228600" algn="l" rtl="0" eaLnBrk="1" latinLnBrk="1"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5pPr>
            <a:lvl6pPr marL="2514600" indent="-228600" algn="l" rtl="0" eaLnBrk="1" latinLnBrk="1"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800" indent="-228600" algn="l" rtl="0" eaLnBrk="1" latinLnBrk="1"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9000" indent="-228600" algn="l" rtl="0" eaLnBrk="1" latinLnBrk="1"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6200" indent="-228600" algn="l" rtl="0" eaLnBrk="1" latinLnBrk="1"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a:lstStyle>
          <a:p>
            <a:r>
              <a:rPr lang="en-US" altLang="ko-KR" sz="2200">
                <a:solidFill>
                  <a:schemeClr val="tx1"/>
                </a:solidFill>
                <a:latin typeface="Calibri" panose="020F0502020204030204" pitchFamily="34" charset="0"/>
              </a:rPr>
              <a:t>Main Idea : </a:t>
            </a:r>
            <a:r>
              <a:rPr lang="ko-KR" altLang="en-US" sz="2200">
                <a:solidFill>
                  <a:schemeClr val="tx1"/>
                </a:solidFill>
                <a:latin typeface="Calibri" panose="020F0502020204030204" pitchFamily="34" charset="0"/>
              </a:rPr>
              <a:t>문맥을 반영한 </a:t>
            </a:r>
            <a:r>
              <a:rPr lang="en-US" altLang="ko-KR" sz="2200">
                <a:solidFill>
                  <a:schemeClr val="tx1"/>
                </a:solidFill>
                <a:latin typeface="Calibri" panose="020F0502020204030204" pitchFamily="34" charset="0"/>
              </a:rPr>
              <a:t>word embedding </a:t>
            </a:r>
          </a:p>
          <a:p>
            <a:endParaRPr lang="en-US" altLang="ko-KR" sz="2200">
              <a:latin typeface="Calibri" panose="020F0502020204030204" pitchFamily="34" charset="0"/>
            </a:endParaRPr>
          </a:p>
          <a:p>
            <a:endParaRPr lang="en-US" altLang="ko-KR" sz="2200">
              <a:latin typeface="Calibri" panose="020F0502020204030204" pitchFamily="34" charset="0"/>
            </a:endParaRPr>
          </a:p>
          <a:p>
            <a:endParaRPr lang="en-US" altLang="ko-KR" sz="2200">
              <a:latin typeface="Calibri" panose="020F0502020204030204" pitchFamily="34" charset="0"/>
            </a:endParaRPr>
          </a:p>
          <a:p>
            <a:endParaRPr lang="en-US" altLang="ko-KR" sz="2200">
              <a:latin typeface="Calibri" panose="020F0502020204030204" pitchFamily="34" charset="0"/>
            </a:endParaRPr>
          </a:p>
          <a:p>
            <a:endParaRPr lang="en-US" altLang="ko-KR" sz="2200">
              <a:latin typeface="Calibri" panose="020F0502020204030204" pitchFamily="34" charset="0"/>
            </a:endParaRPr>
          </a:p>
          <a:p>
            <a:endParaRPr lang="en-US" altLang="ko-KR" sz="2200">
              <a:latin typeface="Calibri" panose="020F0502020204030204" pitchFamily="34" charset="0"/>
            </a:endParaRPr>
          </a:p>
          <a:p>
            <a:endParaRPr lang="en-US" altLang="ko-KR" sz="2200">
              <a:latin typeface="Calibri" panose="020F0502020204030204" pitchFamily="34" charset="0"/>
            </a:endParaRPr>
          </a:p>
          <a:p>
            <a:endParaRPr lang="en-US" altLang="ko-KR" sz="2200">
              <a:latin typeface="Calibri" panose="020F0502020204030204" pitchFamily="34" charset="0"/>
            </a:endParaRPr>
          </a:p>
          <a:p>
            <a:endParaRPr lang="en-US" altLang="ko-KR" sz="2200">
              <a:latin typeface="Calibri" panose="020F0502020204030204" pitchFamily="34" charset="0"/>
            </a:endParaRPr>
          </a:p>
          <a:p>
            <a:endParaRPr lang="en-US" altLang="ko-KR" sz="2200">
              <a:latin typeface="Calibri" panose="020F0502020204030204" pitchFamily="34" charset="0"/>
            </a:endParaRPr>
          </a:p>
          <a:p>
            <a:pPr lvl="1"/>
            <a:endParaRPr lang="en-US" altLang="ko-KR" sz="1800">
              <a:latin typeface="Calibri" panose="020F0502020204030204" pitchFamily="34" charset="0"/>
            </a:endParaRPr>
          </a:p>
          <a:p>
            <a:endParaRPr lang="en-US" altLang="ko-KR" sz="1800" i="1">
              <a:latin typeface="Calibri" panose="020F0502020204030204" pitchFamily="34" charset="0"/>
            </a:endParaRPr>
          </a:p>
          <a:p>
            <a:pPr lvl="1"/>
            <a:endParaRPr lang="en-US" altLang="ko-KR" sz="1400" i="1">
              <a:latin typeface="Calibri" panose="020F0502020204030204" pitchFamily="34" charset="0"/>
            </a:endParaRPr>
          </a:p>
        </p:txBody>
      </p:sp>
      <p:sp>
        <p:nvSpPr>
          <p:cNvPr id="10" name="TextBox 9">
            <a:extLst>
              <a:ext uri="{FF2B5EF4-FFF2-40B4-BE49-F238E27FC236}">
                <a16:creationId xmlns:a16="http://schemas.microsoft.com/office/drawing/2014/main" id="{F0493FFD-D3C9-42F8-897A-3D5621C8EF98}"/>
              </a:ext>
            </a:extLst>
          </p:cNvPr>
          <p:cNvSpPr txBox="1"/>
          <p:nvPr/>
        </p:nvSpPr>
        <p:spPr>
          <a:xfrm>
            <a:off x="1291894" y="406182"/>
            <a:ext cx="7757618" cy="646331"/>
          </a:xfrm>
          <a:prstGeom prst="rect">
            <a:avLst/>
          </a:prstGeom>
          <a:noFill/>
        </p:spPr>
        <p:txBody>
          <a:bodyPr wrap="square">
            <a:spAutoFit/>
          </a:bodyPr>
          <a:lstStyle/>
          <a:p>
            <a:pPr lvl="1"/>
            <a:r>
              <a:rPr lang="en-US" altLang="ko-KR" sz="1600">
                <a:latin typeface="Calibri" panose="020F0502020204030204" pitchFamily="34" charset="0"/>
              </a:rPr>
              <a:t>[6] (ELMo) </a:t>
            </a:r>
            <a:r>
              <a:rPr lang="en-US" altLang="ko-KR" sz="1800">
                <a:latin typeface="Calibri" panose="020F0502020204030204" pitchFamily="34" charset="0"/>
              </a:rPr>
              <a:t>M. Peters</a:t>
            </a:r>
            <a:r>
              <a:rPr lang="en-US" altLang="ko-KR" sz="1800" i="1">
                <a:latin typeface="Calibri" panose="020F0502020204030204" pitchFamily="34" charset="0"/>
              </a:rPr>
              <a:t> et al., "Deep contextualized word representations. arXiv 2018," arXiv preprint arXiv:1802.05365, vol. 12, 1802.</a:t>
            </a:r>
          </a:p>
        </p:txBody>
      </p:sp>
      <p:pic>
        <p:nvPicPr>
          <p:cNvPr id="8" name="그림 7">
            <a:extLst>
              <a:ext uri="{FF2B5EF4-FFF2-40B4-BE49-F238E27FC236}">
                <a16:creationId xmlns:a16="http://schemas.microsoft.com/office/drawing/2014/main" id="{6CF0C12F-C20E-4E4E-BDBC-689A9F59907C}"/>
              </a:ext>
            </a:extLst>
          </p:cNvPr>
          <p:cNvPicPr>
            <a:picLocks noChangeAspect="1"/>
          </p:cNvPicPr>
          <p:nvPr/>
        </p:nvPicPr>
        <p:blipFill>
          <a:blip r:embed="rId3"/>
          <a:stretch>
            <a:fillRect/>
          </a:stretch>
        </p:blipFill>
        <p:spPr>
          <a:xfrm>
            <a:off x="631721" y="2132856"/>
            <a:ext cx="8248005" cy="3918157"/>
          </a:xfrm>
          <a:prstGeom prst="rect">
            <a:avLst/>
          </a:prstGeom>
        </p:spPr>
      </p:pic>
    </p:spTree>
    <p:extLst>
      <p:ext uri="{BB962C8B-B14F-4D97-AF65-F5344CB8AC3E}">
        <p14:creationId xmlns:p14="http://schemas.microsoft.com/office/powerpoint/2010/main" val="1630323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F6AF8C84-D71B-418C-8105-F46100185E82}"/>
              </a:ext>
            </a:extLst>
          </p:cNvPr>
          <p:cNvSpPr>
            <a:spLocks noGrp="1"/>
          </p:cNvSpPr>
          <p:nvPr>
            <p:ph type="title"/>
          </p:nvPr>
        </p:nvSpPr>
        <p:spPr>
          <a:xfrm>
            <a:off x="228600" y="327671"/>
            <a:ext cx="8686800" cy="838200"/>
          </a:xfrm>
        </p:spPr>
        <p:txBody>
          <a:bodyPr/>
          <a:lstStyle/>
          <a:p>
            <a:r>
              <a:rPr lang="en-US" altLang="ko-KR"/>
              <a:t>BERT[7]</a:t>
            </a:r>
            <a:endParaRPr lang="ko-KR" altLang="en-US" dirty="0"/>
          </a:p>
        </p:txBody>
      </p:sp>
      <p:sp>
        <p:nvSpPr>
          <p:cNvPr id="69" name="내용 개체 틀 68">
            <a:extLst>
              <a:ext uri="{FF2B5EF4-FFF2-40B4-BE49-F238E27FC236}">
                <a16:creationId xmlns:a16="http://schemas.microsoft.com/office/drawing/2014/main" id="{56656ED1-D8C9-409D-9371-34A8CF7BDB34}"/>
              </a:ext>
            </a:extLst>
          </p:cNvPr>
          <p:cNvSpPr>
            <a:spLocks noGrp="1"/>
          </p:cNvSpPr>
          <p:nvPr>
            <p:ph idx="1"/>
          </p:nvPr>
        </p:nvSpPr>
        <p:spPr>
          <a:xfrm>
            <a:off x="227218" y="1190746"/>
            <a:ext cx="8686800" cy="5238224"/>
          </a:xfrm>
          <a:ln>
            <a:solidFill>
              <a:schemeClr val="bg1"/>
            </a:solidFill>
          </a:ln>
        </p:spPr>
        <p:txBody>
          <a:bodyPr>
            <a:normAutofit/>
          </a:bodyPr>
          <a:lstStyle/>
          <a:p>
            <a:r>
              <a:rPr lang="ko-KR" altLang="en-US" sz="1400">
                <a:solidFill>
                  <a:srgbClr val="FF0000"/>
                </a:solidFill>
                <a:latin typeface="sohne"/>
              </a:rPr>
              <a:t>단어</a:t>
            </a:r>
            <a:r>
              <a:rPr lang="en-US" altLang="ko-KR" sz="1400">
                <a:solidFill>
                  <a:srgbClr val="FF0000"/>
                </a:solidFill>
                <a:latin typeface="sohne"/>
              </a:rPr>
              <a:t>, </a:t>
            </a:r>
            <a:r>
              <a:rPr lang="ko-KR" altLang="en-US" sz="1400">
                <a:solidFill>
                  <a:srgbClr val="FF0000"/>
                </a:solidFill>
                <a:latin typeface="sohne"/>
              </a:rPr>
              <a:t>문장</a:t>
            </a:r>
            <a:r>
              <a:rPr lang="en-US" altLang="ko-KR" sz="1400">
                <a:solidFill>
                  <a:srgbClr val="FF0000"/>
                </a:solidFill>
                <a:latin typeface="sohne"/>
              </a:rPr>
              <a:t>, </a:t>
            </a:r>
            <a:r>
              <a:rPr lang="ko-KR" altLang="en-US" sz="1400">
                <a:solidFill>
                  <a:srgbClr val="FF0000"/>
                </a:solidFill>
                <a:latin typeface="sohne"/>
              </a:rPr>
              <a:t>언어를 어떻게 표현해야 여러 </a:t>
            </a:r>
            <a:r>
              <a:rPr lang="en-US" altLang="ko-KR" sz="1400">
                <a:solidFill>
                  <a:srgbClr val="FF0000"/>
                </a:solidFill>
                <a:latin typeface="sohne"/>
              </a:rPr>
              <a:t>down stream task</a:t>
            </a:r>
            <a:r>
              <a:rPr lang="ko-KR" altLang="en-US" sz="1400">
                <a:solidFill>
                  <a:srgbClr val="FF0000"/>
                </a:solidFill>
                <a:latin typeface="sohne"/>
              </a:rPr>
              <a:t>에 강력한 </a:t>
            </a:r>
            <a:r>
              <a:rPr lang="en-US" altLang="ko-KR" sz="1400">
                <a:solidFill>
                  <a:srgbClr val="FF0000"/>
                </a:solidFill>
                <a:latin typeface="sohne"/>
              </a:rPr>
              <a:t>pretrained model</a:t>
            </a:r>
            <a:r>
              <a:rPr lang="ko-KR" altLang="en-US" sz="1400">
                <a:solidFill>
                  <a:srgbClr val="FF0000"/>
                </a:solidFill>
                <a:latin typeface="sohne"/>
              </a:rPr>
              <a:t>을 만들 수 있을까</a:t>
            </a:r>
            <a:r>
              <a:rPr lang="en-US" altLang="ko-KR" sz="1400">
                <a:solidFill>
                  <a:srgbClr val="FF0000"/>
                </a:solidFill>
                <a:latin typeface="sohne"/>
              </a:rPr>
              <a:t>?</a:t>
            </a:r>
          </a:p>
          <a:p>
            <a:r>
              <a:rPr lang="en-US" altLang="ko-KR" sz="1600">
                <a:solidFill>
                  <a:schemeClr val="tx1"/>
                </a:solidFill>
                <a:latin typeface="sohne"/>
              </a:rPr>
              <a:t>Transformer</a:t>
            </a:r>
            <a:r>
              <a:rPr lang="ko-KR" altLang="en-US" sz="1600">
                <a:solidFill>
                  <a:schemeClr val="tx1"/>
                </a:solidFill>
                <a:latin typeface="sohne"/>
              </a:rPr>
              <a:t>의 </a:t>
            </a:r>
            <a:r>
              <a:rPr lang="en-US" altLang="ko-KR" sz="1600">
                <a:solidFill>
                  <a:schemeClr val="tx1"/>
                </a:solidFill>
                <a:latin typeface="sohne"/>
              </a:rPr>
              <a:t>encoder</a:t>
            </a:r>
            <a:r>
              <a:rPr lang="ko-KR" altLang="en-US" sz="1600">
                <a:solidFill>
                  <a:schemeClr val="tx1"/>
                </a:solidFill>
                <a:latin typeface="sohne"/>
              </a:rPr>
              <a:t>구조를 사용하여 </a:t>
            </a:r>
            <a:r>
              <a:rPr lang="en-US" altLang="ko-KR" sz="1600">
                <a:solidFill>
                  <a:schemeClr val="tx1"/>
                </a:solidFill>
                <a:latin typeface="sohne"/>
              </a:rPr>
              <a:t>language representation</a:t>
            </a:r>
            <a:r>
              <a:rPr lang="ko-KR" altLang="en-US" sz="1600">
                <a:solidFill>
                  <a:schemeClr val="tx1"/>
                </a:solidFill>
                <a:latin typeface="sohne"/>
              </a:rPr>
              <a:t>을 학습 </a:t>
            </a:r>
            <a:endParaRPr lang="en-US" altLang="ko-KR" sz="1600">
              <a:solidFill>
                <a:schemeClr val="tx1"/>
              </a:solidFill>
              <a:latin typeface="sohne"/>
            </a:endParaRPr>
          </a:p>
          <a:p>
            <a:r>
              <a:rPr lang="en-US" altLang="ko-KR" sz="1600">
                <a:solidFill>
                  <a:schemeClr val="tx1"/>
                </a:solidFill>
                <a:latin typeface="sohne"/>
              </a:rPr>
              <a:t>Fine tuning</a:t>
            </a:r>
            <a:r>
              <a:rPr lang="ko-KR" altLang="en-US" sz="1600">
                <a:solidFill>
                  <a:schemeClr val="tx1"/>
                </a:solidFill>
                <a:latin typeface="sohne"/>
              </a:rPr>
              <a:t>을 통해 </a:t>
            </a:r>
            <a:r>
              <a:rPr lang="en-US" altLang="ko-KR" sz="1600">
                <a:solidFill>
                  <a:schemeClr val="tx1"/>
                </a:solidFill>
                <a:latin typeface="sohne"/>
              </a:rPr>
              <a:t>NLP</a:t>
            </a:r>
            <a:r>
              <a:rPr lang="ko-KR" altLang="en-US" sz="1600">
                <a:solidFill>
                  <a:schemeClr val="tx1"/>
                </a:solidFill>
                <a:latin typeface="sohne"/>
              </a:rPr>
              <a:t>의 다양한 </a:t>
            </a:r>
            <a:r>
              <a:rPr lang="en-US" altLang="ko-KR" sz="1600">
                <a:solidFill>
                  <a:schemeClr val="tx1"/>
                </a:solidFill>
                <a:latin typeface="sohne"/>
              </a:rPr>
              <a:t>task(text classification, answering..)</a:t>
            </a:r>
            <a:r>
              <a:rPr lang="ko-KR" altLang="en-US" sz="1600">
                <a:solidFill>
                  <a:schemeClr val="tx1"/>
                </a:solidFill>
                <a:latin typeface="sohne"/>
              </a:rPr>
              <a:t>를 수행할 수 있도록 설계</a:t>
            </a:r>
            <a:r>
              <a:rPr lang="en-US" altLang="ko-KR" sz="1600">
                <a:solidFill>
                  <a:schemeClr val="tx1"/>
                </a:solidFill>
                <a:latin typeface="sohne"/>
              </a:rPr>
              <a:t>/</a:t>
            </a:r>
            <a:r>
              <a:rPr lang="ko-KR" altLang="en-US" sz="1600">
                <a:solidFill>
                  <a:schemeClr val="tx1"/>
                </a:solidFill>
                <a:latin typeface="sohne"/>
              </a:rPr>
              <a:t>학습된 강력한 </a:t>
            </a:r>
            <a:r>
              <a:rPr lang="en-US" altLang="ko-KR" sz="1600">
                <a:solidFill>
                  <a:schemeClr val="tx1"/>
                </a:solidFill>
                <a:latin typeface="sohne"/>
              </a:rPr>
              <a:t>pretrained model</a:t>
            </a:r>
          </a:p>
          <a:p>
            <a:pPr lvl="1"/>
            <a:r>
              <a:rPr lang="ko-KR" altLang="en-US" sz="1200">
                <a:solidFill>
                  <a:schemeClr val="tx1"/>
                </a:solidFill>
                <a:latin typeface="sohne"/>
              </a:rPr>
              <a:t>당시 </a:t>
            </a:r>
            <a:r>
              <a:rPr lang="en-US" altLang="ko-KR" sz="1200">
                <a:solidFill>
                  <a:schemeClr val="tx1"/>
                </a:solidFill>
                <a:latin typeface="sohne"/>
              </a:rPr>
              <a:t>NLP</a:t>
            </a:r>
            <a:r>
              <a:rPr lang="ko-KR" altLang="en-US" sz="1200">
                <a:solidFill>
                  <a:schemeClr val="tx1"/>
                </a:solidFill>
                <a:latin typeface="sohne"/>
              </a:rPr>
              <a:t>의 </a:t>
            </a:r>
            <a:r>
              <a:rPr lang="en-US" altLang="ko-KR" sz="1200">
                <a:solidFill>
                  <a:schemeClr val="tx1"/>
                </a:solidFill>
                <a:latin typeface="sohne"/>
              </a:rPr>
              <a:t>11</a:t>
            </a:r>
            <a:r>
              <a:rPr lang="ko-KR" altLang="en-US" sz="1200">
                <a:solidFill>
                  <a:schemeClr val="tx1"/>
                </a:solidFill>
                <a:latin typeface="sohne"/>
              </a:rPr>
              <a:t>개 영역에서 </a:t>
            </a:r>
            <a:r>
              <a:rPr lang="en-US" altLang="ko-KR" sz="1200">
                <a:solidFill>
                  <a:schemeClr val="tx1"/>
                </a:solidFill>
                <a:latin typeface="sohne"/>
              </a:rPr>
              <a:t>SOTA</a:t>
            </a:r>
            <a:r>
              <a:rPr lang="ko-KR" altLang="en-US" sz="1200">
                <a:solidFill>
                  <a:schemeClr val="tx1"/>
                </a:solidFill>
                <a:latin typeface="sohne"/>
              </a:rPr>
              <a:t>를 달성</a:t>
            </a:r>
            <a:endParaRPr lang="en-US" altLang="ko-KR" sz="1200">
              <a:solidFill>
                <a:schemeClr val="tx1"/>
              </a:solidFill>
              <a:latin typeface="sohne"/>
            </a:endParaRPr>
          </a:p>
        </p:txBody>
      </p:sp>
      <p:sp>
        <p:nvSpPr>
          <p:cNvPr id="9" name="TextBox 8">
            <a:extLst>
              <a:ext uri="{FF2B5EF4-FFF2-40B4-BE49-F238E27FC236}">
                <a16:creationId xmlns:a16="http://schemas.microsoft.com/office/drawing/2014/main" id="{11932515-A07D-43CF-8879-1D2F43D9E7EF}"/>
              </a:ext>
            </a:extLst>
          </p:cNvPr>
          <p:cNvSpPr txBox="1"/>
          <p:nvPr/>
        </p:nvSpPr>
        <p:spPr>
          <a:xfrm>
            <a:off x="6420556" y="87868"/>
            <a:ext cx="2628956" cy="369332"/>
          </a:xfrm>
          <a:prstGeom prst="rect">
            <a:avLst/>
          </a:prstGeom>
          <a:noFill/>
        </p:spPr>
        <p:txBody>
          <a:bodyPr wrap="squar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prstClr val="black"/>
                </a:solidFill>
                <a:effectLst/>
                <a:uLnTx/>
                <a:uFillTx/>
                <a:latin typeface="Times New Roman"/>
                <a:ea typeface="맑은 고딕"/>
                <a:cs typeface="+mn-cs"/>
              </a:rPr>
              <a:t>김성수</a:t>
            </a:r>
          </a:p>
        </p:txBody>
      </p:sp>
      <p:sp>
        <p:nvSpPr>
          <p:cNvPr id="13" name="제목 4">
            <a:extLst>
              <a:ext uri="{FF2B5EF4-FFF2-40B4-BE49-F238E27FC236}">
                <a16:creationId xmlns:a16="http://schemas.microsoft.com/office/drawing/2014/main" id="{1D311A78-6BCF-48EA-809D-F9A61D22565B}"/>
              </a:ext>
            </a:extLst>
          </p:cNvPr>
          <p:cNvSpPr txBox="1">
            <a:spLocks/>
          </p:cNvSpPr>
          <p:nvPr/>
        </p:nvSpPr>
        <p:spPr>
          <a:xfrm>
            <a:off x="217568" y="4077072"/>
            <a:ext cx="8686800" cy="838200"/>
          </a:xfrm>
          <a:prstGeom prst="rect">
            <a:avLst/>
          </a:prstGeom>
        </p:spPr>
        <p:txBody>
          <a:bodyPr vert="horz" anchor="ctr">
            <a:normAutofit/>
          </a:bodyPr>
          <a:lstStyle>
            <a:lvl1pPr algn="l" rtl="0" eaLnBrk="1" latinLnBrk="1" hangingPunct="1">
              <a:spcBef>
                <a:spcPct val="0"/>
              </a:spcBef>
              <a:buNone/>
              <a:defRPr kumimoji="0" sz="3600" b="1" kern="1200" cap="none" baseline="0">
                <a:solidFill>
                  <a:schemeClr val="tx2"/>
                </a:solidFill>
                <a:effectLst/>
                <a:latin typeface="+mj-lt"/>
                <a:ea typeface="+mj-ea"/>
                <a:cs typeface="+mj-cs"/>
              </a:defRPr>
            </a:lvl1pPr>
          </a:lstStyle>
          <a:p>
            <a:endParaRPr lang="en-US" altLang="ko-KR"/>
          </a:p>
        </p:txBody>
      </p:sp>
      <p:sp>
        <p:nvSpPr>
          <p:cNvPr id="7" name="TextBox 6">
            <a:extLst>
              <a:ext uri="{FF2B5EF4-FFF2-40B4-BE49-F238E27FC236}">
                <a16:creationId xmlns:a16="http://schemas.microsoft.com/office/drawing/2014/main" id="{9A1A406D-8012-48A2-8683-B0225BF1B206}"/>
              </a:ext>
            </a:extLst>
          </p:cNvPr>
          <p:cNvSpPr txBox="1"/>
          <p:nvPr/>
        </p:nvSpPr>
        <p:spPr>
          <a:xfrm>
            <a:off x="1835696" y="475995"/>
            <a:ext cx="7344816" cy="553998"/>
          </a:xfrm>
          <a:prstGeom prst="rect">
            <a:avLst/>
          </a:prstGeom>
          <a:noFill/>
        </p:spPr>
        <p:txBody>
          <a:bodyPr wrap="square">
            <a:spAutoFit/>
          </a:bodyPr>
          <a:lstStyle/>
          <a:p>
            <a:pPr lvl="1"/>
            <a:r>
              <a:rPr lang="en-US" altLang="ko-KR" sz="1200">
                <a:latin typeface="Calibri" panose="020F0502020204030204" pitchFamily="34" charset="0"/>
              </a:rPr>
              <a:t>[7]</a:t>
            </a:r>
            <a:r>
              <a:rPr lang="en-US" altLang="ko-KR" sz="1600">
                <a:latin typeface="Calibri" panose="020F0502020204030204" pitchFamily="34" charset="0"/>
              </a:rPr>
              <a:t> </a:t>
            </a:r>
            <a:r>
              <a:rPr lang="en-US" altLang="ko-KR" sz="1400">
                <a:latin typeface="Calibri" panose="020F0502020204030204" pitchFamily="34" charset="0"/>
              </a:rPr>
              <a:t>J. Devlin, M.-W. Chang, K. Lee, and K. Toutanova, "Bert: Pre-training of deep bidirectional transformers for language understanding," </a:t>
            </a:r>
            <a:r>
              <a:rPr lang="en-US" altLang="ko-KR" sz="1400" i="1">
                <a:latin typeface="Calibri" panose="020F0502020204030204" pitchFamily="34" charset="0"/>
              </a:rPr>
              <a:t>arXiv preprint arXiv:1810.04805, 2018.</a:t>
            </a:r>
            <a:endParaRPr lang="en-US" altLang="ko-KR" sz="1200" i="1">
              <a:latin typeface="Calibri" panose="020F0502020204030204" pitchFamily="34" charset="0"/>
            </a:endParaRPr>
          </a:p>
        </p:txBody>
      </p:sp>
      <p:pic>
        <p:nvPicPr>
          <p:cNvPr id="8" name="Picture 4">
            <a:extLst>
              <a:ext uri="{FF2B5EF4-FFF2-40B4-BE49-F238E27FC236}">
                <a16:creationId xmlns:a16="http://schemas.microsoft.com/office/drawing/2014/main" id="{B6783E99-E9B1-4034-9DD6-64F4BF717871}"/>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115616" y="2870028"/>
            <a:ext cx="7100063" cy="390010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A0ED9FC-8E0A-4750-96F9-52A0D5105680}"/>
              </a:ext>
            </a:extLst>
          </p:cNvPr>
          <p:cNvSpPr txBox="1"/>
          <p:nvPr/>
        </p:nvSpPr>
        <p:spPr>
          <a:xfrm>
            <a:off x="395536" y="2596262"/>
            <a:ext cx="2083134" cy="369332"/>
          </a:xfrm>
          <a:prstGeom prst="rect">
            <a:avLst/>
          </a:prstGeom>
          <a:noFill/>
        </p:spPr>
        <p:txBody>
          <a:bodyPr wrap="none" rtlCol="0">
            <a:spAutoFit/>
          </a:bodyPr>
          <a:lstStyle/>
          <a:p>
            <a:r>
              <a:rPr lang="en-US" altLang="ko-KR"/>
              <a:t>Recap : Transformer</a:t>
            </a:r>
            <a:endParaRPr lang="ko-KR" altLang="en-US"/>
          </a:p>
        </p:txBody>
      </p:sp>
    </p:spTree>
    <p:extLst>
      <p:ext uri="{BB962C8B-B14F-4D97-AF65-F5344CB8AC3E}">
        <p14:creationId xmlns:p14="http://schemas.microsoft.com/office/powerpoint/2010/main" val="21692664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F6AF8C84-D71B-418C-8105-F46100185E82}"/>
              </a:ext>
            </a:extLst>
          </p:cNvPr>
          <p:cNvSpPr>
            <a:spLocks noGrp="1"/>
          </p:cNvSpPr>
          <p:nvPr>
            <p:ph type="title"/>
          </p:nvPr>
        </p:nvSpPr>
        <p:spPr>
          <a:xfrm>
            <a:off x="228600" y="327671"/>
            <a:ext cx="8686800" cy="838200"/>
          </a:xfrm>
        </p:spPr>
        <p:txBody>
          <a:bodyPr/>
          <a:lstStyle/>
          <a:p>
            <a:r>
              <a:rPr lang="en-US" altLang="ko-KR"/>
              <a:t>BERT[7]</a:t>
            </a:r>
            <a:endParaRPr lang="ko-KR" altLang="en-US" dirty="0"/>
          </a:p>
        </p:txBody>
      </p:sp>
      <p:sp>
        <p:nvSpPr>
          <p:cNvPr id="69" name="내용 개체 틀 68">
            <a:extLst>
              <a:ext uri="{FF2B5EF4-FFF2-40B4-BE49-F238E27FC236}">
                <a16:creationId xmlns:a16="http://schemas.microsoft.com/office/drawing/2014/main" id="{56656ED1-D8C9-409D-9371-34A8CF7BDB34}"/>
              </a:ext>
            </a:extLst>
          </p:cNvPr>
          <p:cNvSpPr>
            <a:spLocks noGrp="1"/>
          </p:cNvSpPr>
          <p:nvPr>
            <p:ph idx="1"/>
          </p:nvPr>
        </p:nvSpPr>
        <p:spPr>
          <a:xfrm>
            <a:off x="227218" y="1190746"/>
            <a:ext cx="8686800" cy="5238224"/>
          </a:xfrm>
          <a:ln>
            <a:solidFill>
              <a:schemeClr val="bg1"/>
            </a:solidFill>
          </a:ln>
        </p:spPr>
        <p:txBody>
          <a:bodyPr>
            <a:normAutofit/>
          </a:bodyPr>
          <a:lstStyle/>
          <a:p>
            <a:r>
              <a:rPr lang="ko-KR" altLang="en-US" sz="1400">
                <a:solidFill>
                  <a:srgbClr val="FF0000"/>
                </a:solidFill>
                <a:latin typeface="sohne"/>
              </a:rPr>
              <a:t>단어</a:t>
            </a:r>
            <a:r>
              <a:rPr lang="en-US" altLang="ko-KR" sz="1400">
                <a:solidFill>
                  <a:srgbClr val="FF0000"/>
                </a:solidFill>
                <a:latin typeface="sohne"/>
              </a:rPr>
              <a:t>, </a:t>
            </a:r>
            <a:r>
              <a:rPr lang="ko-KR" altLang="en-US" sz="1400">
                <a:solidFill>
                  <a:srgbClr val="FF0000"/>
                </a:solidFill>
                <a:latin typeface="sohne"/>
              </a:rPr>
              <a:t>문장</a:t>
            </a:r>
            <a:r>
              <a:rPr lang="en-US" altLang="ko-KR" sz="1400">
                <a:solidFill>
                  <a:srgbClr val="FF0000"/>
                </a:solidFill>
                <a:latin typeface="sohne"/>
              </a:rPr>
              <a:t>, </a:t>
            </a:r>
            <a:r>
              <a:rPr lang="ko-KR" altLang="en-US" sz="1400">
                <a:solidFill>
                  <a:srgbClr val="FF0000"/>
                </a:solidFill>
                <a:latin typeface="sohne"/>
              </a:rPr>
              <a:t>언어를 어떻게 표현해야 여러 </a:t>
            </a:r>
            <a:r>
              <a:rPr lang="en-US" altLang="ko-KR" sz="1400">
                <a:solidFill>
                  <a:srgbClr val="FF0000"/>
                </a:solidFill>
                <a:latin typeface="sohne"/>
              </a:rPr>
              <a:t>down stream task</a:t>
            </a:r>
            <a:r>
              <a:rPr lang="ko-KR" altLang="en-US" sz="1400">
                <a:solidFill>
                  <a:srgbClr val="FF0000"/>
                </a:solidFill>
                <a:latin typeface="sohne"/>
              </a:rPr>
              <a:t>에 강력한 </a:t>
            </a:r>
            <a:r>
              <a:rPr lang="en-US" altLang="ko-KR" sz="1400">
                <a:solidFill>
                  <a:srgbClr val="FF0000"/>
                </a:solidFill>
                <a:latin typeface="sohne"/>
              </a:rPr>
              <a:t>pretrained model</a:t>
            </a:r>
            <a:r>
              <a:rPr lang="ko-KR" altLang="en-US" sz="1400">
                <a:solidFill>
                  <a:srgbClr val="FF0000"/>
                </a:solidFill>
                <a:latin typeface="sohne"/>
              </a:rPr>
              <a:t>을 만들 수 있을까</a:t>
            </a:r>
            <a:r>
              <a:rPr lang="en-US" altLang="ko-KR" sz="1400">
                <a:solidFill>
                  <a:srgbClr val="FF0000"/>
                </a:solidFill>
                <a:latin typeface="sohne"/>
              </a:rPr>
              <a:t>?</a:t>
            </a:r>
          </a:p>
          <a:p>
            <a:r>
              <a:rPr lang="en-US" altLang="ko-KR" sz="1600">
                <a:solidFill>
                  <a:schemeClr val="tx1"/>
                </a:solidFill>
                <a:latin typeface="sohne"/>
              </a:rPr>
              <a:t>Transformer</a:t>
            </a:r>
            <a:r>
              <a:rPr lang="ko-KR" altLang="en-US" sz="1600">
                <a:solidFill>
                  <a:schemeClr val="tx1"/>
                </a:solidFill>
                <a:latin typeface="sohne"/>
              </a:rPr>
              <a:t>의 </a:t>
            </a:r>
            <a:r>
              <a:rPr lang="en-US" altLang="ko-KR" sz="1600">
                <a:solidFill>
                  <a:schemeClr val="tx1"/>
                </a:solidFill>
                <a:latin typeface="sohne"/>
              </a:rPr>
              <a:t>encoder</a:t>
            </a:r>
            <a:r>
              <a:rPr lang="ko-KR" altLang="en-US" sz="1600">
                <a:solidFill>
                  <a:schemeClr val="tx1"/>
                </a:solidFill>
                <a:latin typeface="sohne"/>
              </a:rPr>
              <a:t>구조를 사용하여 </a:t>
            </a:r>
            <a:r>
              <a:rPr lang="en-US" altLang="ko-KR" sz="1600">
                <a:solidFill>
                  <a:schemeClr val="tx1"/>
                </a:solidFill>
                <a:latin typeface="sohne"/>
              </a:rPr>
              <a:t>language representation</a:t>
            </a:r>
            <a:r>
              <a:rPr lang="ko-KR" altLang="en-US" sz="1600">
                <a:solidFill>
                  <a:schemeClr val="tx1"/>
                </a:solidFill>
                <a:latin typeface="sohne"/>
              </a:rPr>
              <a:t>을 학습 </a:t>
            </a:r>
            <a:endParaRPr lang="en-US" altLang="ko-KR" sz="1600">
              <a:solidFill>
                <a:schemeClr val="tx1"/>
              </a:solidFill>
              <a:latin typeface="sohne"/>
            </a:endParaRPr>
          </a:p>
          <a:p>
            <a:r>
              <a:rPr lang="en-US" altLang="ko-KR" sz="1600">
                <a:solidFill>
                  <a:schemeClr val="tx1"/>
                </a:solidFill>
                <a:latin typeface="sohne"/>
              </a:rPr>
              <a:t>Fine tuning</a:t>
            </a:r>
            <a:r>
              <a:rPr lang="ko-KR" altLang="en-US" sz="1600">
                <a:solidFill>
                  <a:schemeClr val="tx1"/>
                </a:solidFill>
                <a:latin typeface="sohne"/>
              </a:rPr>
              <a:t>을 통해 </a:t>
            </a:r>
            <a:r>
              <a:rPr lang="en-US" altLang="ko-KR" sz="1600">
                <a:solidFill>
                  <a:schemeClr val="tx1"/>
                </a:solidFill>
                <a:latin typeface="sohne"/>
              </a:rPr>
              <a:t>NLP</a:t>
            </a:r>
            <a:r>
              <a:rPr lang="ko-KR" altLang="en-US" sz="1600">
                <a:solidFill>
                  <a:schemeClr val="tx1"/>
                </a:solidFill>
                <a:latin typeface="sohne"/>
              </a:rPr>
              <a:t>의 다양한 </a:t>
            </a:r>
            <a:r>
              <a:rPr lang="en-US" altLang="ko-KR" sz="1600">
                <a:solidFill>
                  <a:schemeClr val="tx1"/>
                </a:solidFill>
                <a:latin typeface="sohne"/>
              </a:rPr>
              <a:t>task(text classification, answering..)</a:t>
            </a:r>
            <a:r>
              <a:rPr lang="ko-KR" altLang="en-US" sz="1600">
                <a:solidFill>
                  <a:schemeClr val="tx1"/>
                </a:solidFill>
                <a:latin typeface="sohne"/>
              </a:rPr>
              <a:t>를 수행할 수 있도록 설계</a:t>
            </a:r>
            <a:r>
              <a:rPr lang="en-US" altLang="ko-KR" sz="1600">
                <a:solidFill>
                  <a:schemeClr val="tx1"/>
                </a:solidFill>
                <a:latin typeface="sohne"/>
              </a:rPr>
              <a:t>/</a:t>
            </a:r>
            <a:r>
              <a:rPr lang="ko-KR" altLang="en-US" sz="1600">
                <a:solidFill>
                  <a:schemeClr val="tx1"/>
                </a:solidFill>
                <a:latin typeface="sohne"/>
              </a:rPr>
              <a:t>학습된 강력한 </a:t>
            </a:r>
            <a:r>
              <a:rPr lang="en-US" altLang="ko-KR" sz="1600">
                <a:solidFill>
                  <a:schemeClr val="tx1"/>
                </a:solidFill>
                <a:latin typeface="sohne"/>
              </a:rPr>
              <a:t>pretrained model</a:t>
            </a:r>
          </a:p>
          <a:p>
            <a:pPr lvl="1"/>
            <a:r>
              <a:rPr lang="ko-KR" altLang="en-US" sz="1200">
                <a:solidFill>
                  <a:schemeClr val="tx1"/>
                </a:solidFill>
                <a:latin typeface="sohne"/>
              </a:rPr>
              <a:t>당시 </a:t>
            </a:r>
            <a:r>
              <a:rPr lang="en-US" altLang="ko-KR" sz="1200">
                <a:solidFill>
                  <a:schemeClr val="tx1"/>
                </a:solidFill>
                <a:latin typeface="sohne"/>
              </a:rPr>
              <a:t>NLP</a:t>
            </a:r>
            <a:r>
              <a:rPr lang="ko-KR" altLang="en-US" sz="1200">
                <a:solidFill>
                  <a:schemeClr val="tx1"/>
                </a:solidFill>
                <a:latin typeface="sohne"/>
              </a:rPr>
              <a:t>의 </a:t>
            </a:r>
            <a:r>
              <a:rPr lang="en-US" altLang="ko-KR" sz="1200">
                <a:solidFill>
                  <a:schemeClr val="tx1"/>
                </a:solidFill>
                <a:latin typeface="sohne"/>
              </a:rPr>
              <a:t>11</a:t>
            </a:r>
            <a:r>
              <a:rPr lang="ko-KR" altLang="en-US" sz="1200">
                <a:solidFill>
                  <a:schemeClr val="tx1"/>
                </a:solidFill>
                <a:latin typeface="sohne"/>
              </a:rPr>
              <a:t>개 영역에서 </a:t>
            </a:r>
            <a:r>
              <a:rPr lang="en-US" altLang="ko-KR" sz="1200">
                <a:solidFill>
                  <a:schemeClr val="tx1"/>
                </a:solidFill>
                <a:latin typeface="sohne"/>
              </a:rPr>
              <a:t>SOTA</a:t>
            </a:r>
            <a:r>
              <a:rPr lang="ko-KR" altLang="en-US" sz="1200">
                <a:solidFill>
                  <a:schemeClr val="tx1"/>
                </a:solidFill>
                <a:latin typeface="sohne"/>
              </a:rPr>
              <a:t>를 달성</a:t>
            </a:r>
            <a:endParaRPr lang="en-US" altLang="ko-KR" sz="1200">
              <a:solidFill>
                <a:schemeClr val="tx1"/>
              </a:solidFill>
              <a:latin typeface="sohne"/>
            </a:endParaRPr>
          </a:p>
        </p:txBody>
      </p:sp>
      <p:sp>
        <p:nvSpPr>
          <p:cNvPr id="9" name="TextBox 8">
            <a:extLst>
              <a:ext uri="{FF2B5EF4-FFF2-40B4-BE49-F238E27FC236}">
                <a16:creationId xmlns:a16="http://schemas.microsoft.com/office/drawing/2014/main" id="{11932515-A07D-43CF-8879-1D2F43D9E7EF}"/>
              </a:ext>
            </a:extLst>
          </p:cNvPr>
          <p:cNvSpPr txBox="1"/>
          <p:nvPr/>
        </p:nvSpPr>
        <p:spPr>
          <a:xfrm>
            <a:off x="6420556" y="87868"/>
            <a:ext cx="2628956" cy="369332"/>
          </a:xfrm>
          <a:prstGeom prst="rect">
            <a:avLst/>
          </a:prstGeom>
          <a:noFill/>
        </p:spPr>
        <p:txBody>
          <a:bodyPr wrap="squar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prstClr val="black"/>
                </a:solidFill>
                <a:effectLst/>
                <a:uLnTx/>
                <a:uFillTx/>
                <a:latin typeface="Times New Roman"/>
                <a:ea typeface="맑은 고딕"/>
                <a:cs typeface="+mn-cs"/>
              </a:rPr>
              <a:t>김성수</a:t>
            </a:r>
          </a:p>
        </p:txBody>
      </p:sp>
      <p:sp>
        <p:nvSpPr>
          <p:cNvPr id="13" name="제목 4">
            <a:extLst>
              <a:ext uri="{FF2B5EF4-FFF2-40B4-BE49-F238E27FC236}">
                <a16:creationId xmlns:a16="http://schemas.microsoft.com/office/drawing/2014/main" id="{1D311A78-6BCF-48EA-809D-F9A61D22565B}"/>
              </a:ext>
            </a:extLst>
          </p:cNvPr>
          <p:cNvSpPr txBox="1">
            <a:spLocks/>
          </p:cNvSpPr>
          <p:nvPr/>
        </p:nvSpPr>
        <p:spPr>
          <a:xfrm>
            <a:off x="217568" y="4077072"/>
            <a:ext cx="8686800" cy="838200"/>
          </a:xfrm>
          <a:prstGeom prst="rect">
            <a:avLst/>
          </a:prstGeom>
        </p:spPr>
        <p:txBody>
          <a:bodyPr vert="horz" anchor="ctr">
            <a:normAutofit/>
          </a:bodyPr>
          <a:lstStyle>
            <a:lvl1pPr algn="l" rtl="0" eaLnBrk="1" latinLnBrk="1" hangingPunct="1">
              <a:spcBef>
                <a:spcPct val="0"/>
              </a:spcBef>
              <a:buNone/>
              <a:defRPr kumimoji="0" sz="3600" b="1" kern="1200" cap="none" baseline="0">
                <a:solidFill>
                  <a:schemeClr val="tx2"/>
                </a:solidFill>
                <a:effectLst/>
                <a:latin typeface="+mj-lt"/>
                <a:ea typeface="+mj-ea"/>
                <a:cs typeface="+mj-cs"/>
              </a:defRPr>
            </a:lvl1pPr>
          </a:lstStyle>
          <a:p>
            <a:endParaRPr lang="en-US" altLang="ko-KR"/>
          </a:p>
        </p:txBody>
      </p:sp>
      <p:sp>
        <p:nvSpPr>
          <p:cNvPr id="7" name="TextBox 6">
            <a:extLst>
              <a:ext uri="{FF2B5EF4-FFF2-40B4-BE49-F238E27FC236}">
                <a16:creationId xmlns:a16="http://schemas.microsoft.com/office/drawing/2014/main" id="{9A1A406D-8012-48A2-8683-B0225BF1B206}"/>
              </a:ext>
            </a:extLst>
          </p:cNvPr>
          <p:cNvSpPr txBox="1"/>
          <p:nvPr/>
        </p:nvSpPr>
        <p:spPr>
          <a:xfrm>
            <a:off x="1835696" y="475995"/>
            <a:ext cx="7344816" cy="553998"/>
          </a:xfrm>
          <a:prstGeom prst="rect">
            <a:avLst/>
          </a:prstGeom>
          <a:noFill/>
        </p:spPr>
        <p:txBody>
          <a:bodyPr wrap="square">
            <a:spAutoFit/>
          </a:bodyPr>
          <a:lstStyle/>
          <a:p>
            <a:pPr lvl="1"/>
            <a:r>
              <a:rPr lang="en-US" altLang="ko-KR" sz="1200">
                <a:latin typeface="Calibri" panose="020F0502020204030204" pitchFamily="34" charset="0"/>
              </a:rPr>
              <a:t>[7]</a:t>
            </a:r>
            <a:r>
              <a:rPr lang="en-US" altLang="ko-KR" sz="1600">
                <a:latin typeface="Calibri" panose="020F0502020204030204" pitchFamily="34" charset="0"/>
              </a:rPr>
              <a:t> </a:t>
            </a:r>
            <a:r>
              <a:rPr lang="en-US" altLang="ko-KR" sz="1400">
                <a:latin typeface="Calibri" panose="020F0502020204030204" pitchFamily="34" charset="0"/>
              </a:rPr>
              <a:t>J. Devlin, M.-W. Chang, K. Lee, and K. Toutanova, "Bert: Pre-training of deep bidirectional transformers for language understanding," </a:t>
            </a:r>
            <a:r>
              <a:rPr lang="en-US" altLang="ko-KR" sz="1400" i="1">
                <a:latin typeface="Calibri" panose="020F0502020204030204" pitchFamily="34" charset="0"/>
              </a:rPr>
              <a:t>arXiv preprint arXiv:1810.04805, 2018.</a:t>
            </a:r>
            <a:endParaRPr lang="en-US" altLang="ko-KR" sz="1200" i="1">
              <a:latin typeface="Calibri" panose="020F0502020204030204" pitchFamily="34" charset="0"/>
            </a:endParaRPr>
          </a:p>
        </p:txBody>
      </p:sp>
      <p:pic>
        <p:nvPicPr>
          <p:cNvPr id="4" name="그림 3">
            <a:extLst>
              <a:ext uri="{FF2B5EF4-FFF2-40B4-BE49-F238E27FC236}">
                <a16:creationId xmlns:a16="http://schemas.microsoft.com/office/drawing/2014/main" id="{41817203-EFAE-4FD8-B476-AF833141C629}"/>
              </a:ext>
            </a:extLst>
          </p:cNvPr>
          <p:cNvPicPr>
            <a:picLocks noChangeAspect="1"/>
          </p:cNvPicPr>
          <p:nvPr/>
        </p:nvPicPr>
        <p:blipFill>
          <a:blip r:embed="rId3"/>
          <a:stretch>
            <a:fillRect/>
          </a:stretch>
        </p:blipFill>
        <p:spPr>
          <a:xfrm>
            <a:off x="827584" y="2924944"/>
            <a:ext cx="1625680" cy="2933105"/>
          </a:xfrm>
          <a:prstGeom prst="rect">
            <a:avLst/>
          </a:prstGeom>
        </p:spPr>
      </p:pic>
      <p:pic>
        <p:nvPicPr>
          <p:cNvPr id="10" name="그림 9">
            <a:extLst>
              <a:ext uri="{FF2B5EF4-FFF2-40B4-BE49-F238E27FC236}">
                <a16:creationId xmlns:a16="http://schemas.microsoft.com/office/drawing/2014/main" id="{8037F362-BF14-41B7-9B04-EF26A855A909}"/>
              </a:ext>
            </a:extLst>
          </p:cNvPr>
          <p:cNvPicPr>
            <a:picLocks noChangeAspect="1"/>
          </p:cNvPicPr>
          <p:nvPr/>
        </p:nvPicPr>
        <p:blipFill>
          <a:blip r:embed="rId4"/>
          <a:stretch>
            <a:fillRect/>
          </a:stretch>
        </p:blipFill>
        <p:spPr>
          <a:xfrm>
            <a:off x="2555776" y="2996952"/>
            <a:ext cx="1832648" cy="2736304"/>
          </a:xfrm>
          <a:prstGeom prst="rect">
            <a:avLst/>
          </a:prstGeom>
        </p:spPr>
      </p:pic>
      <p:pic>
        <p:nvPicPr>
          <p:cNvPr id="17" name="그림 16">
            <a:extLst>
              <a:ext uri="{FF2B5EF4-FFF2-40B4-BE49-F238E27FC236}">
                <a16:creationId xmlns:a16="http://schemas.microsoft.com/office/drawing/2014/main" id="{79FB5F70-76DB-4AB4-BEC8-9F7FB1805B45}"/>
              </a:ext>
            </a:extLst>
          </p:cNvPr>
          <p:cNvPicPr>
            <a:picLocks noChangeAspect="1"/>
          </p:cNvPicPr>
          <p:nvPr/>
        </p:nvPicPr>
        <p:blipFill>
          <a:blip r:embed="rId5"/>
          <a:stretch>
            <a:fillRect/>
          </a:stretch>
        </p:blipFill>
        <p:spPr>
          <a:xfrm>
            <a:off x="4350478" y="3071097"/>
            <a:ext cx="4680520" cy="2850149"/>
          </a:xfrm>
          <a:prstGeom prst="rect">
            <a:avLst/>
          </a:prstGeom>
        </p:spPr>
      </p:pic>
    </p:spTree>
    <p:extLst>
      <p:ext uri="{BB962C8B-B14F-4D97-AF65-F5344CB8AC3E}">
        <p14:creationId xmlns:p14="http://schemas.microsoft.com/office/powerpoint/2010/main" val="20646714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F6AF8C84-D71B-418C-8105-F46100185E82}"/>
              </a:ext>
            </a:extLst>
          </p:cNvPr>
          <p:cNvSpPr>
            <a:spLocks noGrp="1"/>
          </p:cNvSpPr>
          <p:nvPr>
            <p:ph type="title"/>
          </p:nvPr>
        </p:nvSpPr>
        <p:spPr>
          <a:xfrm>
            <a:off x="228600" y="327671"/>
            <a:ext cx="8686800" cy="838200"/>
          </a:xfrm>
        </p:spPr>
        <p:txBody>
          <a:bodyPr/>
          <a:lstStyle/>
          <a:p>
            <a:r>
              <a:rPr lang="en-US" altLang="ko-KR"/>
              <a:t>BERT[7]</a:t>
            </a:r>
            <a:endParaRPr lang="ko-KR" altLang="en-US" dirty="0"/>
          </a:p>
        </p:txBody>
      </p:sp>
      <p:sp>
        <p:nvSpPr>
          <p:cNvPr id="69" name="내용 개체 틀 68">
            <a:extLst>
              <a:ext uri="{FF2B5EF4-FFF2-40B4-BE49-F238E27FC236}">
                <a16:creationId xmlns:a16="http://schemas.microsoft.com/office/drawing/2014/main" id="{56656ED1-D8C9-409D-9371-34A8CF7BDB34}"/>
              </a:ext>
            </a:extLst>
          </p:cNvPr>
          <p:cNvSpPr>
            <a:spLocks noGrp="1"/>
          </p:cNvSpPr>
          <p:nvPr>
            <p:ph idx="1"/>
          </p:nvPr>
        </p:nvSpPr>
        <p:spPr>
          <a:xfrm>
            <a:off x="227218" y="1190746"/>
            <a:ext cx="8686800" cy="5238224"/>
          </a:xfrm>
          <a:ln>
            <a:solidFill>
              <a:schemeClr val="bg1"/>
            </a:solidFill>
          </a:ln>
        </p:spPr>
        <p:txBody>
          <a:bodyPr>
            <a:normAutofit/>
          </a:bodyPr>
          <a:lstStyle/>
          <a:p>
            <a:r>
              <a:rPr lang="ko-KR" altLang="en-US" sz="1400">
                <a:solidFill>
                  <a:schemeClr val="tx1"/>
                </a:solidFill>
                <a:latin typeface="sohne"/>
              </a:rPr>
              <a:t>단어</a:t>
            </a:r>
            <a:r>
              <a:rPr lang="en-US" altLang="ko-KR" sz="1400">
                <a:solidFill>
                  <a:schemeClr val="tx1"/>
                </a:solidFill>
                <a:latin typeface="sohne"/>
              </a:rPr>
              <a:t>, </a:t>
            </a:r>
            <a:r>
              <a:rPr lang="ko-KR" altLang="en-US" sz="1400">
                <a:solidFill>
                  <a:schemeClr val="tx1"/>
                </a:solidFill>
                <a:latin typeface="sohne"/>
              </a:rPr>
              <a:t>문장</a:t>
            </a:r>
            <a:r>
              <a:rPr lang="en-US" altLang="ko-KR" sz="1400">
                <a:solidFill>
                  <a:schemeClr val="tx1"/>
                </a:solidFill>
                <a:latin typeface="sohne"/>
              </a:rPr>
              <a:t>, </a:t>
            </a:r>
            <a:r>
              <a:rPr lang="ko-KR" altLang="en-US" sz="1400">
                <a:solidFill>
                  <a:schemeClr val="tx1"/>
                </a:solidFill>
                <a:latin typeface="sohne"/>
              </a:rPr>
              <a:t>언어를 어떻게 표현해야 여러 </a:t>
            </a:r>
            <a:r>
              <a:rPr lang="en-US" altLang="ko-KR" sz="1400">
                <a:solidFill>
                  <a:schemeClr val="tx1"/>
                </a:solidFill>
                <a:latin typeface="sohne"/>
              </a:rPr>
              <a:t>down stream task</a:t>
            </a:r>
            <a:r>
              <a:rPr lang="ko-KR" altLang="en-US" sz="1400">
                <a:solidFill>
                  <a:schemeClr val="tx1"/>
                </a:solidFill>
                <a:latin typeface="sohne"/>
              </a:rPr>
              <a:t>에 강력한 </a:t>
            </a:r>
            <a:r>
              <a:rPr lang="en-US" altLang="ko-KR" sz="1400">
                <a:solidFill>
                  <a:schemeClr val="tx1"/>
                </a:solidFill>
                <a:latin typeface="sohne"/>
              </a:rPr>
              <a:t>pretrained model</a:t>
            </a:r>
            <a:r>
              <a:rPr lang="ko-KR" altLang="en-US" sz="1400">
                <a:solidFill>
                  <a:schemeClr val="tx1"/>
                </a:solidFill>
                <a:latin typeface="sohne"/>
              </a:rPr>
              <a:t>을 만들 수 있을까</a:t>
            </a:r>
            <a:r>
              <a:rPr lang="en-US" altLang="ko-KR" sz="1400">
                <a:solidFill>
                  <a:schemeClr val="tx1"/>
                </a:solidFill>
                <a:latin typeface="sohne"/>
              </a:rPr>
              <a:t>?</a:t>
            </a:r>
          </a:p>
          <a:p>
            <a:pPr lvl="1"/>
            <a:r>
              <a:rPr lang="en-US" altLang="ko-KR" sz="1400">
                <a:solidFill>
                  <a:schemeClr val="tx1"/>
                </a:solidFill>
                <a:latin typeface="sohne"/>
              </a:rPr>
              <a:t>BERT</a:t>
            </a:r>
            <a:r>
              <a:rPr lang="ko-KR" altLang="en-US" sz="1400">
                <a:solidFill>
                  <a:schemeClr val="tx1"/>
                </a:solidFill>
                <a:latin typeface="sohne"/>
              </a:rPr>
              <a:t>의 핵심 </a:t>
            </a:r>
            <a:r>
              <a:rPr lang="en-US" altLang="ko-KR" sz="1400">
                <a:solidFill>
                  <a:schemeClr val="tx1"/>
                </a:solidFill>
                <a:latin typeface="sohne"/>
              </a:rPr>
              <a:t>Idea</a:t>
            </a:r>
            <a:r>
              <a:rPr lang="ko-KR" altLang="en-US" sz="1400">
                <a:solidFill>
                  <a:schemeClr val="tx1"/>
                </a:solidFill>
                <a:latin typeface="sohne"/>
              </a:rPr>
              <a:t> </a:t>
            </a:r>
            <a:r>
              <a:rPr lang="en-US" altLang="ko-KR" sz="1400">
                <a:solidFill>
                  <a:schemeClr val="tx1"/>
                </a:solidFill>
                <a:latin typeface="sohne"/>
              </a:rPr>
              <a:t>: </a:t>
            </a:r>
            <a:r>
              <a:rPr lang="en-US" altLang="ko-KR" sz="1400">
                <a:solidFill>
                  <a:srgbClr val="FF0000"/>
                </a:solidFill>
                <a:latin typeface="sohne"/>
              </a:rPr>
              <a:t>Mask</a:t>
            </a:r>
            <a:r>
              <a:rPr lang="ko-KR" altLang="en-US" sz="1400">
                <a:solidFill>
                  <a:schemeClr val="tx1"/>
                </a:solidFill>
                <a:latin typeface="sohne"/>
              </a:rPr>
              <a:t>를 쓰자</a:t>
            </a:r>
            <a:r>
              <a:rPr lang="en-US" altLang="ko-KR" sz="1400">
                <a:solidFill>
                  <a:schemeClr val="tx1"/>
                </a:solidFill>
                <a:latin typeface="sohne"/>
              </a:rPr>
              <a:t>!(</a:t>
            </a:r>
            <a:r>
              <a:rPr lang="en-US" altLang="ko-KR" sz="1400">
                <a:solidFill>
                  <a:srgbClr val="FF0000"/>
                </a:solidFill>
                <a:latin typeface="sohne"/>
              </a:rPr>
              <a:t>Mask</a:t>
            </a:r>
            <a:r>
              <a:rPr lang="en-US" altLang="ko-KR" sz="1400">
                <a:solidFill>
                  <a:schemeClr val="tx1"/>
                </a:solidFill>
                <a:latin typeface="sohne"/>
              </a:rPr>
              <a:t>ed Language Model)</a:t>
            </a:r>
          </a:p>
          <a:p>
            <a:pPr lvl="1"/>
            <a:r>
              <a:rPr lang="en-US" altLang="ko-KR" sz="1400">
                <a:solidFill>
                  <a:schemeClr val="tx1"/>
                </a:solidFill>
                <a:latin typeface="sohne"/>
              </a:rPr>
              <a:t>1. Mask</a:t>
            </a:r>
            <a:r>
              <a:rPr lang="ko-KR" altLang="en-US" sz="1400">
                <a:solidFill>
                  <a:schemeClr val="tx1"/>
                </a:solidFill>
                <a:latin typeface="sohne"/>
              </a:rPr>
              <a:t>로 문장의 일부 단어를 가려 놓고</a:t>
            </a:r>
            <a:r>
              <a:rPr lang="en-US" altLang="ko-KR" sz="1400">
                <a:solidFill>
                  <a:schemeClr val="tx1"/>
                </a:solidFill>
                <a:latin typeface="sohne"/>
              </a:rPr>
              <a:t>, </a:t>
            </a:r>
            <a:r>
              <a:rPr lang="ko-KR" altLang="en-US" sz="1400">
                <a:solidFill>
                  <a:schemeClr val="tx1"/>
                </a:solidFill>
                <a:latin typeface="sohne"/>
              </a:rPr>
              <a:t>그것을 </a:t>
            </a:r>
            <a:r>
              <a:rPr lang="en-US" altLang="ko-KR" sz="1400">
                <a:solidFill>
                  <a:srgbClr val="FF0000"/>
                </a:solidFill>
                <a:latin typeface="sohne"/>
              </a:rPr>
              <a:t>predict</a:t>
            </a:r>
            <a:r>
              <a:rPr lang="ko-KR" altLang="en-US" sz="1400">
                <a:solidFill>
                  <a:schemeClr val="tx1"/>
                </a:solidFill>
                <a:latin typeface="sohne"/>
              </a:rPr>
              <a:t>하게 하자</a:t>
            </a:r>
            <a:endParaRPr lang="en-US" altLang="ko-KR" sz="1400">
              <a:solidFill>
                <a:schemeClr val="tx1"/>
              </a:solidFill>
              <a:latin typeface="sohne"/>
            </a:endParaRPr>
          </a:p>
          <a:p>
            <a:pPr lvl="2"/>
            <a:r>
              <a:rPr lang="ko-KR" altLang="en-US" sz="1200">
                <a:solidFill>
                  <a:schemeClr val="tx1"/>
                </a:solidFill>
                <a:latin typeface="sohne"/>
              </a:rPr>
              <a:t>문장의 </a:t>
            </a:r>
            <a:r>
              <a:rPr lang="en-US" altLang="ko-KR" sz="1200">
                <a:solidFill>
                  <a:schemeClr val="tx1"/>
                </a:solidFill>
                <a:latin typeface="sohne"/>
              </a:rPr>
              <a:t>15%</a:t>
            </a:r>
            <a:r>
              <a:rPr lang="ko-KR" altLang="en-US" sz="1200">
                <a:solidFill>
                  <a:schemeClr val="tx1"/>
                </a:solidFill>
                <a:latin typeface="sohne"/>
              </a:rPr>
              <a:t>정도를 </a:t>
            </a:r>
            <a:r>
              <a:rPr lang="en-US" altLang="ko-KR" sz="1200">
                <a:solidFill>
                  <a:schemeClr val="tx1"/>
                </a:solidFill>
                <a:latin typeface="sohne"/>
              </a:rPr>
              <a:t>masking</a:t>
            </a:r>
            <a:r>
              <a:rPr lang="ko-KR" altLang="en-US" sz="1200">
                <a:solidFill>
                  <a:schemeClr val="tx1"/>
                </a:solidFill>
                <a:latin typeface="sohne"/>
              </a:rPr>
              <a:t>하고</a:t>
            </a:r>
            <a:r>
              <a:rPr lang="en-US" altLang="ko-KR" sz="1200">
                <a:solidFill>
                  <a:schemeClr val="tx1"/>
                </a:solidFill>
                <a:latin typeface="sohne"/>
              </a:rPr>
              <a:t>, masking</a:t>
            </a:r>
            <a:r>
              <a:rPr lang="ko-KR" altLang="en-US" sz="1200">
                <a:solidFill>
                  <a:schemeClr val="tx1"/>
                </a:solidFill>
                <a:latin typeface="sohne"/>
              </a:rPr>
              <a:t>된 단어가 무엇인지 맞추어 나가며 문맥을 파악하는 능력을 학습</a:t>
            </a:r>
            <a:endParaRPr lang="en-US" altLang="ko-KR" sz="1200">
              <a:solidFill>
                <a:schemeClr val="tx1"/>
              </a:solidFill>
              <a:latin typeface="sohne"/>
            </a:endParaRPr>
          </a:p>
          <a:p>
            <a:pPr lvl="2"/>
            <a:r>
              <a:rPr lang="en-US" altLang="ko-KR" sz="1200">
                <a:solidFill>
                  <a:schemeClr val="tx1"/>
                </a:solidFill>
                <a:latin typeface="sohne"/>
              </a:rPr>
              <a:t>Input </a:t>
            </a:r>
            <a:r>
              <a:rPr lang="ko-KR" altLang="en-US" sz="1200">
                <a:solidFill>
                  <a:schemeClr val="tx1"/>
                </a:solidFill>
                <a:latin typeface="sohne"/>
              </a:rPr>
              <a:t>일부 단어들은 </a:t>
            </a:r>
            <a:r>
              <a:rPr lang="en-US" altLang="ko-KR" sz="1200">
                <a:solidFill>
                  <a:schemeClr val="tx1"/>
                </a:solidFill>
                <a:latin typeface="sohne"/>
              </a:rPr>
              <a:t>random</a:t>
            </a:r>
            <a:r>
              <a:rPr lang="ko-KR" altLang="en-US" sz="1200">
                <a:solidFill>
                  <a:schemeClr val="tx1"/>
                </a:solidFill>
                <a:latin typeface="sohne"/>
              </a:rPr>
              <a:t>한 단어로 변경된 상태에서 학습</a:t>
            </a:r>
            <a:r>
              <a:rPr lang="en-US" altLang="ko-KR" sz="1200">
                <a:solidFill>
                  <a:schemeClr val="tx1"/>
                </a:solidFill>
                <a:latin typeface="sohne"/>
              </a:rPr>
              <a:t> (</a:t>
            </a:r>
            <a:r>
              <a:rPr lang="ko-KR" altLang="en-US" sz="1200">
                <a:solidFill>
                  <a:schemeClr val="tx1"/>
                </a:solidFill>
                <a:latin typeface="sohne"/>
              </a:rPr>
              <a:t>일종의 </a:t>
            </a:r>
            <a:r>
              <a:rPr lang="en-US" altLang="ko-KR" sz="1200">
                <a:solidFill>
                  <a:schemeClr val="tx1"/>
                </a:solidFill>
                <a:latin typeface="sohne"/>
              </a:rPr>
              <a:t>noise)</a:t>
            </a:r>
          </a:p>
          <a:p>
            <a:pPr lvl="2"/>
            <a:r>
              <a:rPr lang="en-US" altLang="ko-KR" sz="1200">
                <a:solidFill>
                  <a:srgbClr val="FF0000"/>
                </a:solidFill>
                <a:latin typeface="sohne"/>
              </a:rPr>
              <a:t>Self – Supervised Learning</a:t>
            </a:r>
          </a:p>
        </p:txBody>
      </p:sp>
      <p:sp>
        <p:nvSpPr>
          <p:cNvPr id="9" name="TextBox 8">
            <a:extLst>
              <a:ext uri="{FF2B5EF4-FFF2-40B4-BE49-F238E27FC236}">
                <a16:creationId xmlns:a16="http://schemas.microsoft.com/office/drawing/2014/main" id="{11932515-A07D-43CF-8879-1D2F43D9E7EF}"/>
              </a:ext>
            </a:extLst>
          </p:cNvPr>
          <p:cNvSpPr txBox="1"/>
          <p:nvPr/>
        </p:nvSpPr>
        <p:spPr>
          <a:xfrm>
            <a:off x="6420556" y="87868"/>
            <a:ext cx="2628956" cy="369332"/>
          </a:xfrm>
          <a:prstGeom prst="rect">
            <a:avLst/>
          </a:prstGeom>
          <a:noFill/>
        </p:spPr>
        <p:txBody>
          <a:bodyPr wrap="squar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prstClr val="black"/>
                </a:solidFill>
                <a:effectLst/>
                <a:uLnTx/>
                <a:uFillTx/>
                <a:latin typeface="Times New Roman"/>
                <a:ea typeface="맑은 고딕"/>
                <a:cs typeface="+mn-cs"/>
              </a:rPr>
              <a:t>김성수</a:t>
            </a:r>
          </a:p>
        </p:txBody>
      </p:sp>
      <p:sp>
        <p:nvSpPr>
          <p:cNvPr id="13" name="제목 4">
            <a:extLst>
              <a:ext uri="{FF2B5EF4-FFF2-40B4-BE49-F238E27FC236}">
                <a16:creationId xmlns:a16="http://schemas.microsoft.com/office/drawing/2014/main" id="{1D311A78-6BCF-48EA-809D-F9A61D22565B}"/>
              </a:ext>
            </a:extLst>
          </p:cNvPr>
          <p:cNvSpPr txBox="1">
            <a:spLocks/>
          </p:cNvSpPr>
          <p:nvPr/>
        </p:nvSpPr>
        <p:spPr>
          <a:xfrm>
            <a:off x="217568" y="4077072"/>
            <a:ext cx="8686800" cy="838200"/>
          </a:xfrm>
          <a:prstGeom prst="rect">
            <a:avLst/>
          </a:prstGeom>
        </p:spPr>
        <p:txBody>
          <a:bodyPr vert="horz" anchor="ctr">
            <a:normAutofit/>
          </a:bodyPr>
          <a:lstStyle>
            <a:lvl1pPr algn="l" rtl="0" eaLnBrk="1" latinLnBrk="1" hangingPunct="1">
              <a:spcBef>
                <a:spcPct val="0"/>
              </a:spcBef>
              <a:buNone/>
              <a:defRPr kumimoji="0" sz="3600" b="1" kern="1200" cap="none" baseline="0">
                <a:solidFill>
                  <a:schemeClr val="tx2"/>
                </a:solidFill>
                <a:effectLst/>
                <a:latin typeface="+mj-lt"/>
                <a:ea typeface="+mj-ea"/>
                <a:cs typeface="+mj-cs"/>
              </a:defRPr>
            </a:lvl1pPr>
          </a:lstStyle>
          <a:p>
            <a:endParaRPr lang="en-US" altLang="ko-KR"/>
          </a:p>
        </p:txBody>
      </p:sp>
      <p:sp>
        <p:nvSpPr>
          <p:cNvPr id="7" name="TextBox 6">
            <a:extLst>
              <a:ext uri="{FF2B5EF4-FFF2-40B4-BE49-F238E27FC236}">
                <a16:creationId xmlns:a16="http://schemas.microsoft.com/office/drawing/2014/main" id="{9A1A406D-8012-48A2-8683-B0225BF1B206}"/>
              </a:ext>
            </a:extLst>
          </p:cNvPr>
          <p:cNvSpPr txBox="1"/>
          <p:nvPr/>
        </p:nvSpPr>
        <p:spPr>
          <a:xfrm>
            <a:off x="1835696" y="475995"/>
            <a:ext cx="7344816" cy="553998"/>
          </a:xfrm>
          <a:prstGeom prst="rect">
            <a:avLst/>
          </a:prstGeom>
          <a:noFill/>
        </p:spPr>
        <p:txBody>
          <a:bodyPr wrap="square">
            <a:spAutoFit/>
          </a:bodyPr>
          <a:lstStyle/>
          <a:p>
            <a:pPr lvl="1"/>
            <a:r>
              <a:rPr lang="en-US" altLang="ko-KR" sz="1200">
                <a:latin typeface="Calibri" panose="020F0502020204030204" pitchFamily="34" charset="0"/>
              </a:rPr>
              <a:t>[7]</a:t>
            </a:r>
            <a:r>
              <a:rPr lang="en-US" altLang="ko-KR" sz="1600">
                <a:latin typeface="Calibri" panose="020F0502020204030204" pitchFamily="34" charset="0"/>
              </a:rPr>
              <a:t> </a:t>
            </a:r>
            <a:r>
              <a:rPr lang="en-US" altLang="ko-KR" sz="1400">
                <a:latin typeface="Calibri" panose="020F0502020204030204" pitchFamily="34" charset="0"/>
              </a:rPr>
              <a:t>J. Devlin, M.-W. Chang, K. Lee, and K. Toutanova, "Bert: Pre-training of deep bidirectional transformers for language understanding," </a:t>
            </a:r>
            <a:r>
              <a:rPr lang="en-US" altLang="ko-KR" sz="1400" i="1">
                <a:latin typeface="Calibri" panose="020F0502020204030204" pitchFamily="34" charset="0"/>
              </a:rPr>
              <a:t>arXiv preprint arXiv:1810.04805, 2018.</a:t>
            </a:r>
            <a:endParaRPr lang="en-US" altLang="ko-KR" sz="1200" i="1">
              <a:latin typeface="Calibri" panose="020F0502020204030204" pitchFamily="34" charset="0"/>
            </a:endParaRPr>
          </a:p>
        </p:txBody>
      </p:sp>
      <p:pic>
        <p:nvPicPr>
          <p:cNvPr id="3" name="그림 2">
            <a:extLst>
              <a:ext uri="{FF2B5EF4-FFF2-40B4-BE49-F238E27FC236}">
                <a16:creationId xmlns:a16="http://schemas.microsoft.com/office/drawing/2014/main" id="{AF90A984-5662-4A78-B9F3-ADC983C18842}"/>
              </a:ext>
            </a:extLst>
          </p:cNvPr>
          <p:cNvPicPr>
            <a:picLocks noChangeAspect="1"/>
          </p:cNvPicPr>
          <p:nvPr/>
        </p:nvPicPr>
        <p:blipFill>
          <a:blip r:embed="rId3"/>
          <a:stretch>
            <a:fillRect/>
          </a:stretch>
        </p:blipFill>
        <p:spPr>
          <a:xfrm>
            <a:off x="683568" y="2741909"/>
            <a:ext cx="5976664" cy="4035953"/>
          </a:xfrm>
          <a:prstGeom prst="rect">
            <a:avLst/>
          </a:prstGeom>
        </p:spPr>
      </p:pic>
      <p:sp>
        <p:nvSpPr>
          <p:cNvPr id="4" name="TextBox 3">
            <a:extLst>
              <a:ext uri="{FF2B5EF4-FFF2-40B4-BE49-F238E27FC236}">
                <a16:creationId xmlns:a16="http://schemas.microsoft.com/office/drawing/2014/main" id="{5A1702D3-9CB5-496A-A842-2ABFD59EF2FF}"/>
              </a:ext>
            </a:extLst>
          </p:cNvPr>
          <p:cNvSpPr txBox="1"/>
          <p:nvPr/>
        </p:nvSpPr>
        <p:spPr>
          <a:xfrm>
            <a:off x="5266513" y="2606031"/>
            <a:ext cx="3779527" cy="923330"/>
          </a:xfrm>
          <a:prstGeom prst="rect">
            <a:avLst/>
          </a:prstGeom>
          <a:noFill/>
        </p:spPr>
        <p:txBody>
          <a:bodyPr wrap="square" rtlCol="0">
            <a:spAutoFit/>
          </a:bodyPr>
          <a:lstStyle/>
          <a:p>
            <a:endParaRPr lang="en-US" altLang="ko-KR" sz="900" b="0" i="0">
              <a:solidFill>
                <a:srgbClr val="202124"/>
              </a:solidFill>
              <a:effectLst/>
              <a:latin typeface="Ubuntu Condensed"/>
            </a:endParaRPr>
          </a:p>
          <a:p>
            <a:r>
              <a:rPr lang="ko-KR" altLang="en-US" sz="900" b="0" i="0">
                <a:solidFill>
                  <a:srgbClr val="202124"/>
                </a:solidFill>
                <a:effectLst/>
                <a:latin typeface="Ubuntu Condensed"/>
              </a:rPr>
              <a:t>나는 하늘이 예쁘다고 생각한다 </a:t>
            </a:r>
            <a:r>
              <a:rPr lang="en-US" altLang="ko-KR" sz="900" b="0" i="0">
                <a:solidFill>
                  <a:srgbClr val="202124"/>
                </a:solidFill>
                <a:effectLst/>
                <a:latin typeface="Ubuntu Condensed"/>
              </a:rPr>
              <a:t>-&gt; </a:t>
            </a:r>
            <a:r>
              <a:rPr lang="ko-KR" altLang="en-US" sz="900" b="0" i="0">
                <a:solidFill>
                  <a:srgbClr val="202124"/>
                </a:solidFill>
                <a:effectLst/>
                <a:latin typeface="Ubuntu Condensed"/>
              </a:rPr>
              <a:t>나는 하늘이 </a:t>
            </a:r>
            <a:r>
              <a:rPr lang="en-US" altLang="ko-KR" sz="900" b="0" i="0">
                <a:solidFill>
                  <a:srgbClr val="202124"/>
                </a:solidFill>
                <a:effectLst/>
                <a:latin typeface="Ubuntu Condensed"/>
              </a:rPr>
              <a:t>[Mask] </a:t>
            </a:r>
            <a:r>
              <a:rPr lang="ko-KR" altLang="en-US" sz="900" b="0" i="0">
                <a:solidFill>
                  <a:srgbClr val="202124"/>
                </a:solidFill>
                <a:effectLst/>
                <a:latin typeface="Ubuntu Condensed"/>
              </a:rPr>
              <a:t>생각한다</a:t>
            </a:r>
            <a:r>
              <a:rPr lang="en-US" altLang="ko-KR" sz="900" b="0" i="0">
                <a:solidFill>
                  <a:srgbClr val="202124"/>
                </a:solidFill>
                <a:effectLst/>
                <a:latin typeface="Ubuntu Condensed"/>
              </a:rPr>
              <a:t>.</a:t>
            </a:r>
          </a:p>
          <a:p>
            <a:br>
              <a:rPr lang="ko-KR" altLang="en-US" sz="900"/>
            </a:br>
            <a:r>
              <a:rPr lang="ko-KR" altLang="en-US" sz="900" b="0" i="0">
                <a:solidFill>
                  <a:srgbClr val="333333"/>
                </a:solidFill>
                <a:effectLst/>
                <a:latin typeface="Ubuntu Condensed"/>
              </a:rPr>
              <a:t>나는 하늘이 예쁘다고 생각한다 </a:t>
            </a:r>
            <a:r>
              <a:rPr lang="en-US" altLang="ko-KR" sz="900" b="0" i="0">
                <a:solidFill>
                  <a:srgbClr val="333333"/>
                </a:solidFill>
                <a:effectLst/>
                <a:latin typeface="Ubuntu Condensed"/>
              </a:rPr>
              <a:t>-&gt; </a:t>
            </a:r>
            <a:r>
              <a:rPr lang="ko-KR" altLang="en-US" sz="900" b="0" i="0">
                <a:solidFill>
                  <a:srgbClr val="333333"/>
                </a:solidFill>
                <a:effectLst/>
                <a:latin typeface="Ubuntu Condensed"/>
              </a:rPr>
              <a:t>나는 하늘이 흐리다고 생각한다</a:t>
            </a:r>
            <a:r>
              <a:rPr lang="en-US" altLang="ko-KR" sz="900" b="0" i="0">
                <a:solidFill>
                  <a:srgbClr val="333333"/>
                </a:solidFill>
                <a:effectLst/>
                <a:latin typeface="Ubuntu Condensed"/>
              </a:rPr>
              <a:t>.</a:t>
            </a:r>
          </a:p>
          <a:p>
            <a:br>
              <a:rPr lang="en-US" altLang="ko-KR" sz="900" b="0" i="0">
                <a:solidFill>
                  <a:srgbClr val="333333"/>
                </a:solidFill>
                <a:effectLst/>
                <a:latin typeface="Ubuntu Condensed"/>
              </a:rPr>
            </a:br>
            <a:r>
              <a:rPr lang="ko-KR" altLang="en-US" sz="900" b="0" i="0">
                <a:solidFill>
                  <a:srgbClr val="333333"/>
                </a:solidFill>
                <a:effectLst/>
                <a:latin typeface="Ubuntu Condensed"/>
              </a:rPr>
              <a:t>나는 하늘이 예쁘다고 생각한다 </a:t>
            </a:r>
            <a:r>
              <a:rPr lang="en-US" altLang="ko-KR" sz="900" b="0" i="0">
                <a:solidFill>
                  <a:srgbClr val="333333"/>
                </a:solidFill>
                <a:effectLst/>
                <a:latin typeface="Ubuntu Condensed"/>
              </a:rPr>
              <a:t>-&gt; </a:t>
            </a:r>
            <a:r>
              <a:rPr lang="ko-KR" altLang="en-US" sz="900" b="0" i="0">
                <a:solidFill>
                  <a:srgbClr val="333333"/>
                </a:solidFill>
                <a:effectLst/>
                <a:latin typeface="Ubuntu Condensed"/>
              </a:rPr>
              <a:t>나는 하늘이 예쁘다고 생각한다</a:t>
            </a:r>
            <a:r>
              <a:rPr lang="en-US" altLang="ko-KR" sz="900" b="0" i="0">
                <a:solidFill>
                  <a:srgbClr val="333333"/>
                </a:solidFill>
                <a:effectLst/>
                <a:latin typeface="Ubuntu Condensed"/>
              </a:rPr>
              <a:t>.</a:t>
            </a:r>
            <a:endParaRPr lang="ko-KR" altLang="en-US" sz="900"/>
          </a:p>
        </p:txBody>
      </p:sp>
    </p:spTree>
    <p:extLst>
      <p:ext uri="{BB962C8B-B14F-4D97-AF65-F5344CB8AC3E}">
        <p14:creationId xmlns:p14="http://schemas.microsoft.com/office/powerpoint/2010/main" val="13363906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F6AF8C84-D71B-418C-8105-F46100185E82}"/>
              </a:ext>
            </a:extLst>
          </p:cNvPr>
          <p:cNvSpPr>
            <a:spLocks noGrp="1"/>
          </p:cNvSpPr>
          <p:nvPr>
            <p:ph type="title"/>
          </p:nvPr>
        </p:nvSpPr>
        <p:spPr>
          <a:xfrm>
            <a:off x="228600" y="327671"/>
            <a:ext cx="8686800" cy="838200"/>
          </a:xfrm>
        </p:spPr>
        <p:txBody>
          <a:bodyPr/>
          <a:lstStyle/>
          <a:p>
            <a:r>
              <a:rPr lang="en-US" altLang="ko-KR"/>
              <a:t>BERT[7]</a:t>
            </a:r>
            <a:endParaRPr lang="ko-KR" altLang="en-US" dirty="0"/>
          </a:p>
        </p:txBody>
      </p:sp>
      <p:sp>
        <p:nvSpPr>
          <p:cNvPr id="69" name="내용 개체 틀 68">
            <a:extLst>
              <a:ext uri="{FF2B5EF4-FFF2-40B4-BE49-F238E27FC236}">
                <a16:creationId xmlns:a16="http://schemas.microsoft.com/office/drawing/2014/main" id="{56656ED1-D8C9-409D-9371-34A8CF7BDB34}"/>
              </a:ext>
            </a:extLst>
          </p:cNvPr>
          <p:cNvSpPr>
            <a:spLocks noGrp="1"/>
          </p:cNvSpPr>
          <p:nvPr>
            <p:ph idx="1"/>
          </p:nvPr>
        </p:nvSpPr>
        <p:spPr>
          <a:xfrm>
            <a:off x="227218" y="1190746"/>
            <a:ext cx="8686800" cy="5238224"/>
          </a:xfrm>
          <a:ln>
            <a:solidFill>
              <a:schemeClr val="bg1"/>
            </a:solidFill>
          </a:ln>
        </p:spPr>
        <p:txBody>
          <a:bodyPr>
            <a:normAutofit/>
          </a:bodyPr>
          <a:lstStyle/>
          <a:p>
            <a:r>
              <a:rPr lang="ko-KR" altLang="en-US" sz="1400">
                <a:solidFill>
                  <a:schemeClr val="tx1"/>
                </a:solidFill>
                <a:latin typeface="sohne"/>
              </a:rPr>
              <a:t>단어</a:t>
            </a:r>
            <a:r>
              <a:rPr lang="en-US" altLang="ko-KR" sz="1400">
                <a:solidFill>
                  <a:schemeClr val="tx1"/>
                </a:solidFill>
                <a:latin typeface="sohne"/>
              </a:rPr>
              <a:t>, </a:t>
            </a:r>
            <a:r>
              <a:rPr lang="ko-KR" altLang="en-US" sz="1400">
                <a:solidFill>
                  <a:schemeClr val="tx1"/>
                </a:solidFill>
                <a:latin typeface="sohne"/>
              </a:rPr>
              <a:t>문장</a:t>
            </a:r>
            <a:r>
              <a:rPr lang="en-US" altLang="ko-KR" sz="1400">
                <a:solidFill>
                  <a:schemeClr val="tx1"/>
                </a:solidFill>
                <a:latin typeface="sohne"/>
              </a:rPr>
              <a:t>, </a:t>
            </a:r>
            <a:r>
              <a:rPr lang="ko-KR" altLang="en-US" sz="1400">
                <a:solidFill>
                  <a:schemeClr val="tx1"/>
                </a:solidFill>
                <a:latin typeface="sohne"/>
              </a:rPr>
              <a:t>언어를 어떻게 표현해야 여러 </a:t>
            </a:r>
            <a:r>
              <a:rPr lang="en-US" altLang="ko-KR" sz="1400">
                <a:solidFill>
                  <a:schemeClr val="tx1"/>
                </a:solidFill>
                <a:latin typeface="sohne"/>
              </a:rPr>
              <a:t>down stream task</a:t>
            </a:r>
            <a:r>
              <a:rPr lang="ko-KR" altLang="en-US" sz="1400">
                <a:solidFill>
                  <a:schemeClr val="tx1"/>
                </a:solidFill>
                <a:latin typeface="sohne"/>
              </a:rPr>
              <a:t>에 강력한 </a:t>
            </a:r>
            <a:r>
              <a:rPr lang="en-US" altLang="ko-KR" sz="1400">
                <a:solidFill>
                  <a:schemeClr val="tx1"/>
                </a:solidFill>
                <a:latin typeface="sohne"/>
              </a:rPr>
              <a:t>pretrained model</a:t>
            </a:r>
            <a:r>
              <a:rPr lang="ko-KR" altLang="en-US" sz="1400">
                <a:solidFill>
                  <a:schemeClr val="tx1"/>
                </a:solidFill>
                <a:latin typeface="sohne"/>
              </a:rPr>
              <a:t>을 만들 수 있을까</a:t>
            </a:r>
            <a:r>
              <a:rPr lang="en-US" altLang="ko-KR" sz="1400">
                <a:solidFill>
                  <a:schemeClr val="tx1"/>
                </a:solidFill>
                <a:latin typeface="sohne"/>
              </a:rPr>
              <a:t>?</a:t>
            </a:r>
          </a:p>
          <a:p>
            <a:pPr lvl="1"/>
            <a:r>
              <a:rPr lang="en-US" altLang="ko-KR" sz="1400">
                <a:solidFill>
                  <a:schemeClr val="tx1"/>
                </a:solidFill>
                <a:latin typeface="sohne"/>
              </a:rPr>
              <a:t>BERT</a:t>
            </a:r>
            <a:r>
              <a:rPr lang="ko-KR" altLang="en-US" sz="1400">
                <a:solidFill>
                  <a:schemeClr val="tx1"/>
                </a:solidFill>
                <a:latin typeface="sohne"/>
              </a:rPr>
              <a:t>의 핵심 </a:t>
            </a:r>
            <a:r>
              <a:rPr lang="en-US" altLang="ko-KR" sz="1400">
                <a:solidFill>
                  <a:schemeClr val="tx1"/>
                </a:solidFill>
                <a:latin typeface="sohne"/>
              </a:rPr>
              <a:t>Idea</a:t>
            </a:r>
            <a:r>
              <a:rPr lang="ko-KR" altLang="en-US" sz="1400">
                <a:solidFill>
                  <a:schemeClr val="tx1"/>
                </a:solidFill>
                <a:latin typeface="sohne"/>
              </a:rPr>
              <a:t> </a:t>
            </a:r>
            <a:r>
              <a:rPr lang="en-US" altLang="ko-KR" sz="1400">
                <a:solidFill>
                  <a:schemeClr val="tx1"/>
                </a:solidFill>
                <a:latin typeface="sohne"/>
              </a:rPr>
              <a:t>: </a:t>
            </a:r>
            <a:r>
              <a:rPr lang="en-US" altLang="ko-KR" sz="1400">
                <a:solidFill>
                  <a:srgbClr val="FF0000"/>
                </a:solidFill>
                <a:latin typeface="sohne"/>
              </a:rPr>
              <a:t>Mask</a:t>
            </a:r>
            <a:r>
              <a:rPr lang="ko-KR" altLang="en-US" sz="1400">
                <a:solidFill>
                  <a:schemeClr val="tx1"/>
                </a:solidFill>
                <a:latin typeface="sohne"/>
              </a:rPr>
              <a:t>를 쓰자</a:t>
            </a:r>
            <a:r>
              <a:rPr lang="en-US" altLang="ko-KR" sz="1400">
                <a:solidFill>
                  <a:schemeClr val="tx1"/>
                </a:solidFill>
                <a:latin typeface="sohne"/>
              </a:rPr>
              <a:t>!(</a:t>
            </a:r>
            <a:r>
              <a:rPr lang="en-US" altLang="ko-KR" sz="1400">
                <a:solidFill>
                  <a:srgbClr val="FF0000"/>
                </a:solidFill>
                <a:latin typeface="sohne"/>
              </a:rPr>
              <a:t>Mask</a:t>
            </a:r>
            <a:r>
              <a:rPr lang="en-US" altLang="ko-KR" sz="1400">
                <a:solidFill>
                  <a:schemeClr val="tx1"/>
                </a:solidFill>
                <a:latin typeface="sohne"/>
              </a:rPr>
              <a:t>ed Language Model)</a:t>
            </a:r>
          </a:p>
          <a:p>
            <a:pPr lvl="1"/>
            <a:r>
              <a:rPr lang="en-US" altLang="ko-KR" sz="1400">
                <a:solidFill>
                  <a:schemeClr val="tx1"/>
                </a:solidFill>
                <a:latin typeface="sohne"/>
              </a:rPr>
              <a:t>2. Next Sentence prediction(NSP)</a:t>
            </a:r>
          </a:p>
          <a:p>
            <a:pPr lvl="2"/>
            <a:r>
              <a:rPr lang="ko-KR" altLang="en-US" sz="1200">
                <a:solidFill>
                  <a:schemeClr val="tx1"/>
                </a:solidFill>
                <a:latin typeface="sohne"/>
              </a:rPr>
              <a:t>다음 문장이 올바른 문장인지 맞추는 문제</a:t>
            </a:r>
            <a:r>
              <a:rPr lang="en-US" altLang="ko-KR" sz="1200">
                <a:solidFill>
                  <a:schemeClr val="tx1"/>
                </a:solidFill>
                <a:latin typeface="sohne"/>
              </a:rPr>
              <a:t> : </a:t>
            </a:r>
            <a:r>
              <a:rPr lang="ko-KR" altLang="en-US" sz="1200">
                <a:solidFill>
                  <a:schemeClr val="tx1"/>
                </a:solidFill>
                <a:latin typeface="sohne"/>
              </a:rPr>
              <a:t>두 문장 사이의 관계를 학습</a:t>
            </a:r>
            <a:endParaRPr lang="en-US" altLang="ko-KR" sz="1200">
              <a:solidFill>
                <a:schemeClr val="tx1"/>
              </a:solidFill>
              <a:latin typeface="sohne"/>
            </a:endParaRPr>
          </a:p>
          <a:p>
            <a:pPr lvl="2"/>
            <a:r>
              <a:rPr lang="ko-KR" altLang="en-US" sz="1200">
                <a:solidFill>
                  <a:schemeClr val="tx1"/>
                </a:solidFill>
                <a:latin typeface="sohne"/>
              </a:rPr>
              <a:t>문장 </a:t>
            </a:r>
            <a:r>
              <a:rPr lang="en-US" altLang="ko-KR" sz="1200">
                <a:solidFill>
                  <a:schemeClr val="tx1"/>
                </a:solidFill>
                <a:latin typeface="sohne"/>
              </a:rPr>
              <a:t>A</a:t>
            </a:r>
            <a:r>
              <a:rPr lang="ko-KR" altLang="en-US" sz="1200">
                <a:solidFill>
                  <a:schemeClr val="tx1"/>
                </a:solidFill>
                <a:latin typeface="sohne"/>
              </a:rPr>
              <a:t>와 </a:t>
            </a:r>
            <a:r>
              <a:rPr lang="en-US" altLang="ko-KR" sz="1200">
                <a:solidFill>
                  <a:schemeClr val="tx1"/>
                </a:solidFill>
                <a:latin typeface="sohne"/>
              </a:rPr>
              <a:t>B</a:t>
            </a:r>
            <a:r>
              <a:rPr lang="ko-KR" altLang="en-US" sz="1200">
                <a:solidFill>
                  <a:schemeClr val="tx1"/>
                </a:solidFill>
                <a:latin typeface="sohne"/>
              </a:rPr>
              <a:t>를 이어 붙인것이 </a:t>
            </a:r>
            <a:r>
              <a:rPr lang="en-US" altLang="ko-KR" sz="1200">
                <a:solidFill>
                  <a:schemeClr val="tx1"/>
                </a:solidFill>
                <a:latin typeface="sohne"/>
              </a:rPr>
              <a:t>input</a:t>
            </a:r>
            <a:r>
              <a:rPr lang="ko-KR" altLang="en-US" sz="1200">
                <a:solidFill>
                  <a:schemeClr val="tx1"/>
                </a:solidFill>
                <a:latin typeface="sohne"/>
              </a:rPr>
              <a:t>으로 들어가며</a:t>
            </a:r>
            <a:r>
              <a:rPr lang="en-US" altLang="ko-KR" sz="1200">
                <a:solidFill>
                  <a:schemeClr val="tx1"/>
                </a:solidFill>
                <a:latin typeface="sohne"/>
              </a:rPr>
              <a:t>, 5:5</a:t>
            </a:r>
            <a:r>
              <a:rPr lang="ko-KR" altLang="en-US" sz="1200">
                <a:solidFill>
                  <a:schemeClr val="tx1"/>
                </a:solidFill>
                <a:latin typeface="sohne"/>
              </a:rPr>
              <a:t>의 비율로 관련있는 문장</a:t>
            </a:r>
            <a:r>
              <a:rPr lang="en-US" altLang="ko-KR" sz="1200">
                <a:solidFill>
                  <a:schemeClr val="tx1"/>
                </a:solidFill>
                <a:latin typeface="sohne"/>
              </a:rPr>
              <a:t>(IsNext label) </a:t>
            </a:r>
            <a:r>
              <a:rPr lang="ko-KR" altLang="en-US" sz="1200">
                <a:solidFill>
                  <a:schemeClr val="tx1"/>
                </a:solidFill>
                <a:latin typeface="sohne"/>
              </a:rPr>
              <a:t>또는 관련 없는 문장</a:t>
            </a:r>
            <a:r>
              <a:rPr lang="en-US" altLang="ko-KR" sz="1200">
                <a:solidFill>
                  <a:schemeClr val="tx1"/>
                </a:solidFill>
                <a:latin typeface="sohne"/>
              </a:rPr>
              <a:t>(NonNext label)</a:t>
            </a:r>
            <a:r>
              <a:rPr lang="ko-KR" altLang="en-US" sz="1200">
                <a:solidFill>
                  <a:schemeClr val="tx1"/>
                </a:solidFill>
                <a:latin typeface="sohne"/>
              </a:rPr>
              <a:t>을 사용 </a:t>
            </a:r>
            <a:endParaRPr lang="en-US" altLang="ko-KR" sz="1200">
              <a:solidFill>
                <a:schemeClr val="tx1"/>
              </a:solidFill>
              <a:latin typeface="sohne"/>
            </a:endParaRPr>
          </a:p>
        </p:txBody>
      </p:sp>
      <p:sp>
        <p:nvSpPr>
          <p:cNvPr id="9" name="TextBox 8">
            <a:extLst>
              <a:ext uri="{FF2B5EF4-FFF2-40B4-BE49-F238E27FC236}">
                <a16:creationId xmlns:a16="http://schemas.microsoft.com/office/drawing/2014/main" id="{11932515-A07D-43CF-8879-1D2F43D9E7EF}"/>
              </a:ext>
            </a:extLst>
          </p:cNvPr>
          <p:cNvSpPr txBox="1"/>
          <p:nvPr/>
        </p:nvSpPr>
        <p:spPr>
          <a:xfrm>
            <a:off x="6420556" y="87868"/>
            <a:ext cx="2628956" cy="369332"/>
          </a:xfrm>
          <a:prstGeom prst="rect">
            <a:avLst/>
          </a:prstGeom>
          <a:noFill/>
        </p:spPr>
        <p:txBody>
          <a:bodyPr wrap="squar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prstClr val="black"/>
                </a:solidFill>
                <a:effectLst/>
                <a:uLnTx/>
                <a:uFillTx/>
                <a:latin typeface="Times New Roman"/>
                <a:ea typeface="맑은 고딕"/>
                <a:cs typeface="+mn-cs"/>
              </a:rPr>
              <a:t>김성수</a:t>
            </a:r>
          </a:p>
        </p:txBody>
      </p:sp>
      <p:sp>
        <p:nvSpPr>
          <p:cNvPr id="13" name="제목 4">
            <a:extLst>
              <a:ext uri="{FF2B5EF4-FFF2-40B4-BE49-F238E27FC236}">
                <a16:creationId xmlns:a16="http://schemas.microsoft.com/office/drawing/2014/main" id="{1D311A78-6BCF-48EA-809D-F9A61D22565B}"/>
              </a:ext>
            </a:extLst>
          </p:cNvPr>
          <p:cNvSpPr txBox="1">
            <a:spLocks/>
          </p:cNvSpPr>
          <p:nvPr/>
        </p:nvSpPr>
        <p:spPr>
          <a:xfrm>
            <a:off x="217568" y="4077072"/>
            <a:ext cx="8686800" cy="838200"/>
          </a:xfrm>
          <a:prstGeom prst="rect">
            <a:avLst/>
          </a:prstGeom>
        </p:spPr>
        <p:txBody>
          <a:bodyPr vert="horz" anchor="ctr">
            <a:normAutofit/>
          </a:bodyPr>
          <a:lstStyle>
            <a:lvl1pPr algn="l" rtl="0" eaLnBrk="1" latinLnBrk="1" hangingPunct="1">
              <a:spcBef>
                <a:spcPct val="0"/>
              </a:spcBef>
              <a:buNone/>
              <a:defRPr kumimoji="0" sz="3600" b="1" kern="1200" cap="none" baseline="0">
                <a:solidFill>
                  <a:schemeClr val="tx2"/>
                </a:solidFill>
                <a:effectLst/>
                <a:latin typeface="+mj-lt"/>
                <a:ea typeface="+mj-ea"/>
                <a:cs typeface="+mj-cs"/>
              </a:defRPr>
            </a:lvl1pPr>
          </a:lstStyle>
          <a:p>
            <a:endParaRPr lang="en-US" altLang="ko-KR"/>
          </a:p>
        </p:txBody>
      </p:sp>
      <p:sp>
        <p:nvSpPr>
          <p:cNvPr id="7" name="TextBox 6">
            <a:extLst>
              <a:ext uri="{FF2B5EF4-FFF2-40B4-BE49-F238E27FC236}">
                <a16:creationId xmlns:a16="http://schemas.microsoft.com/office/drawing/2014/main" id="{9A1A406D-8012-48A2-8683-B0225BF1B206}"/>
              </a:ext>
            </a:extLst>
          </p:cNvPr>
          <p:cNvSpPr txBox="1"/>
          <p:nvPr/>
        </p:nvSpPr>
        <p:spPr>
          <a:xfrm>
            <a:off x="1835696" y="475995"/>
            <a:ext cx="7344816" cy="553998"/>
          </a:xfrm>
          <a:prstGeom prst="rect">
            <a:avLst/>
          </a:prstGeom>
          <a:noFill/>
        </p:spPr>
        <p:txBody>
          <a:bodyPr wrap="square">
            <a:spAutoFit/>
          </a:bodyPr>
          <a:lstStyle/>
          <a:p>
            <a:pPr lvl="1"/>
            <a:r>
              <a:rPr lang="en-US" altLang="ko-KR" sz="1200">
                <a:latin typeface="Calibri" panose="020F0502020204030204" pitchFamily="34" charset="0"/>
              </a:rPr>
              <a:t>[7]</a:t>
            </a:r>
            <a:r>
              <a:rPr lang="en-US" altLang="ko-KR" sz="1600">
                <a:latin typeface="Calibri" panose="020F0502020204030204" pitchFamily="34" charset="0"/>
              </a:rPr>
              <a:t> </a:t>
            </a:r>
            <a:r>
              <a:rPr lang="en-US" altLang="ko-KR" sz="1400">
                <a:latin typeface="Calibri" panose="020F0502020204030204" pitchFamily="34" charset="0"/>
              </a:rPr>
              <a:t>J. Devlin, M.-W. Chang, K. Lee, and K. Toutanova, "Bert: Pre-training of deep bidirectional transformers for language understanding," </a:t>
            </a:r>
            <a:r>
              <a:rPr lang="en-US" altLang="ko-KR" sz="1400" i="1">
                <a:latin typeface="Calibri" panose="020F0502020204030204" pitchFamily="34" charset="0"/>
              </a:rPr>
              <a:t>arXiv preprint arXiv:1810.04805, 2018.</a:t>
            </a:r>
            <a:endParaRPr lang="en-US" altLang="ko-KR" sz="1200" i="1">
              <a:latin typeface="Calibri" panose="020F0502020204030204" pitchFamily="34" charset="0"/>
            </a:endParaRPr>
          </a:p>
        </p:txBody>
      </p:sp>
      <p:pic>
        <p:nvPicPr>
          <p:cNvPr id="4" name="그림 3">
            <a:extLst>
              <a:ext uri="{FF2B5EF4-FFF2-40B4-BE49-F238E27FC236}">
                <a16:creationId xmlns:a16="http://schemas.microsoft.com/office/drawing/2014/main" id="{1D57A424-3A30-4CEA-A4EA-CB9F553A8196}"/>
              </a:ext>
            </a:extLst>
          </p:cNvPr>
          <p:cNvPicPr>
            <a:picLocks noChangeAspect="1"/>
          </p:cNvPicPr>
          <p:nvPr/>
        </p:nvPicPr>
        <p:blipFill>
          <a:blip r:embed="rId3"/>
          <a:stretch>
            <a:fillRect/>
          </a:stretch>
        </p:blipFill>
        <p:spPr>
          <a:xfrm>
            <a:off x="1686130" y="2607590"/>
            <a:ext cx="6048904" cy="4162542"/>
          </a:xfrm>
          <a:prstGeom prst="rect">
            <a:avLst/>
          </a:prstGeom>
        </p:spPr>
      </p:pic>
    </p:spTree>
    <p:extLst>
      <p:ext uri="{BB962C8B-B14F-4D97-AF65-F5344CB8AC3E}">
        <p14:creationId xmlns:p14="http://schemas.microsoft.com/office/powerpoint/2010/main" val="22718155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F6AF8C84-D71B-418C-8105-F46100185E82}"/>
              </a:ext>
            </a:extLst>
          </p:cNvPr>
          <p:cNvSpPr>
            <a:spLocks noGrp="1"/>
          </p:cNvSpPr>
          <p:nvPr>
            <p:ph type="title"/>
          </p:nvPr>
        </p:nvSpPr>
        <p:spPr>
          <a:xfrm>
            <a:off x="228600" y="327671"/>
            <a:ext cx="8686800" cy="838200"/>
          </a:xfrm>
        </p:spPr>
        <p:txBody>
          <a:bodyPr/>
          <a:lstStyle/>
          <a:p>
            <a:r>
              <a:rPr lang="en-US" altLang="ko-KR"/>
              <a:t>BERT[7]</a:t>
            </a:r>
            <a:endParaRPr lang="ko-KR" altLang="en-US" dirty="0"/>
          </a:p>
        </p:txBody>
      </p:sp>
      <p:sp>
        <p:nvSpPr>
          <p:cNvPr id="69" name="내용 개체 틀 68">
            <a:extLst>
              <a:ext uri="{FF2B5EF4-FFF2-40B4-BE49-F238E27FC236}">
                <a16:creationId xmlns:a16="http://schemas.microsoft.com/office/drawing/2014/main" id="{56656ED1-D8C9-409D-9371-34A8CF7BDB34}"/>
              </a:ext>
            </a:extLst>
          </p:cNvPr>
          <p:cNvSpPr>
            <a:spLocks noGrp="1"/>
          </p:cNvSpPr>
          <p:nvPr>
            <p:ph idx="1"/>
          </p:nvPr>
        </p:nvSpPr>
        <p:spPr>
          <a:xfrm>
            <a:off x="227218" y="1190746"/>
            <a:ext cx="8686800" cy="5238224"/>
          </a:xfrm>
          <a:ln>
            <a:solidFill>
              <a:schemeClr val="bg1"/>
            </a:solidFill>
          </a:ln>
        </p:spPr>
        <p:txBody>
          <a:bodyPr>
            <a:normAutofit/>
          </a:bodyPr>
          <a:lstStyle/>
          <a:p>
            <a:r>
              <a:rPr lang="en-US" altLang="ko-KR" sz="1800">
                <a:solidFill>
                  <a:schemeClr val="tx1"/>
                </a:solidFill>
                <a:latin typeface="sohne"/>
              </a:rPr>
              <a:t>Ex: Sentence classification</a:t>
            </a:r>
          </a:p>
          <a:p>
            <a:pPr lvl="1"/>
            <a:r>
              <a:rPr lang="ko-KR" altLang="en-US" sz="1400">
                <a:latin typeface="+mn-ea"/>
              </a:rPr>
              <a:t>학습된 </a:t>
            </a:r>
            <a:r>
              <a:rPr lang="en-US" altLang="ko-KR" sz="1400">
                <a:latin typeface="+mn-ea"/>
              </a:rPr>
              <a:t>BERT</a:t>
            </a:r>
            <a:r>
              <a:rPr lang="ko-KR" altLang="en-US" sz="1400">
                <a:latin typeface="+mn-ea"/>
              </a:rPr>
              <a:t>를 </a:t>
            </a:r>
            <a:r>
              <a:rPr lang="en-US" altLang="ko-KR" sz="1400">
                <a:latin typeface="+mn-ea"/>
              </a:rPr>
              <a:t>fine-tuning</a:t>
            </a:r>
            <a:r>
              <a:rPr lang="ko-KR" altLang="en-US" sz="1400">
                <a:latin typeface="+mn-ea"/>
              </a:rPr>
              <a:t>할 때 </a:t>
            </a:r>
            <a:r>
              <a:rPr lang="en-US" altLang="ko-KR" sz="1400">
                <a:latin typeface="+mn-ea"/>
              </a:rPr>
              <a:t>(classification task</a:t>
            </a:r>
            <a:r>
              <a:rPr lang="ko-KR" altLang="en-US" sz="1400">
                <a:latin typeface="+mn-ea"/>
              </a:rPr>
              <a:t>라면</a:t>
            </a:r>
            <a:r>
              <a:rPr lang="en-US" altLang="ko-KR" sz="1400">
                <a:latin typeface="+mn-ea"/>
              </a:rPr>
              <a:t>) Image task</a:t>
            </a:r>
            <a:r>
              <a:rPr lang="ko-KR" altLang="en-US" sz="1400">
                <a:latin typeface="+mn-ea"/>
              </a:rPr>
              <a:t>에서의 </a:t>
            </a:r>
            <a:r>
              <a:rPr lang="en-US" altLang="ko-KR" sz="1400">
                <a:latin typeface="+mn-ea"/>
              </a:rPr>
              <a:t>fine-tuning</a:t>
            </a:r>
            <a:r>
              <a:rPr lang="ko-KR" altLang="en-US" sz="1400">
                <a:latin typeface="+mn-ea"/>
              </a:rPr>
              <a:t>과 비슷하게 </a:t>
            </a:r>
            <a:r>
              <a:rPr lang="en-US" altLang="ko-KR" sz="1400">
                <a:latin typeface="+mn-ea"/>
              </a:rPr>
              <a:t>class label </a:t>
            </a:r>
            <a:r>
              <a:rPr lang="ko-KR" altLang="en-US" sz="1400">
                <a:latin typeface="+mn-ea"/>
              </a:rPr>
              <a:t>개수만큼의 </a:t>
            </a:r>
            <a:r>
              <a:rPr lang="en-US" altLang="ko-KR" sz="1400">
                <a:latin typeface="+mn-ea"/>
              </a:rPr>
              <a:t>output</a:t>
            </a:r>
            <a:r>
              <a:rPr lang="ko-KR" altLang="en-US" sz="1400">
                <a:latin typeface="+mn-ea"/>
              </a:rPr>
              <a:t>을 가지는  </a:t>
            </a:r>
            <a:r>
              <a:rPr lang="en-US" altLang="ko-KR" sz="1400">
                <a:latin typeface="+mn-ea"/>
              </a:rPr>
              <a:t>Dense Layer</a:t>
            </a:r>
            <a:r>
              <a:rPr lang="ko-KR" altLang="en-US" sz="1400">
                <a:latin typeface="+mn-ea"/>
              </a:rPr>
              <a:t>를 붙여서 사용</a:t>
            </a:r>
          </a:p>
          <a:p>
            <a:pPr lvl="1"/>
            <a:endParaRPr lang="en-US" altLang="ko-KR" sz="1400">
              <a:solidFill>
                <a:schemeClr val="tx1"/>
              </a:solidFill>
              <a:latin typeface="sohne"/>
            </a:endParaRPr>
          </a:p>
        </p:txBody>
      </p:sp>
      <p:sp>
        <p:nvSpPr>
          <p:cNvPr id="9" name="TextBox 8">
            <a:extLst>
              <a:ext uri="{FF2B5EF4-FFF2-40B4-BE49-F238E27FC236}">
                <a16:creationId xmlns:a16="http://schemas.microsoft.com/office/drawing/2014/main" id="{11932515-A07D-43CF-8879-1D2F43D9E7EF}"/>
              </a:ext>
            </a:extLst>
          </p:cNvPr>
          <p:cNvSpPr txBox="1"/>
          <p:nvPr/>
        </p:nvSpPr>
        <p:spPr>
          <a:xfrm>
            <a:off x="6420556" y="87868"/>
            <a:ext cx="2628956" cy="369332"/>
          </a:xfrm>
          <a:prstGeom prst="rect">
            <a:avLst/>
          </a:prstGeom>
          <a:noFill/>
        </p:spPr>
        <p:txBody>
          <a:bodyPr wrap="squar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prstClr val="black"/>
                </a:solidFill>
                <a:effectLst/>
                <a:uLnTx/>
                <a:uFillTx/>
                <a:latin typeface="Times New Roman"/>
                <a:ea typeface="맑은 고딕"/>
                <a:cs typeface="+mn-cs"/>
              </a:rPr>
              <a:t>김성수</a:t>
            </a:r>
          </a:p>
        </p:txBody>
      </p:sp>
      <p:sp>
        <p:nvSpPr>
          <p:cNvPr id="13" name="제목 4">
            <a:extLst>
              <a:ext uri="{FF2B5EF4-FFF2-40B4-BE49-F238E27FC236}">
                <a16:creationId xmlns:a16="http://schemas.microsoft.com/office/drawing/2014/main" id="{1D311A78-6BCF-48EA-809D-F9A61D22565B}"/>
              </a:ext>
            </a:extLst>
          </p:cNvPr>
          <p:cNvSpPr txBox="1">
            <a:spLocks/>
          </p:cNvSpPr>
          <p:nvPr/>
        </p:nvSpPr>
        <p:spPr>
          <a:xfrm>
            <a:off x="217568" y="4077072"/>
            <a:ext cx="8686800" cy="838200"/>
          </a:xfrm>
          <a:prstGeom prst="rect">
            <a:avLst/>
          </a:prstGeom>
        </p:spPr>
        <p:txBody>
          <a:bodyPr vert="horz" anchor="ctr">
            <a:normAutofit/>
          </a:bodyPr>
          <a:lstStyle>
            <a:lvl1pPr algn="l" rtl="0" eaLnBrk="1" latinLnBrk="1" hangingPunct="1">
              <a:spcBef>
                <a:spcPct val="0"/>
              </a:spcBef>
              <a:buNone/>
              <a:defRPr kumimoji="0" sz="3600" b="1" kern="1200" cap="none" baseline="0">
                <a:solidFill>
                  <a:schemeClr val="tx2"/>
                </a:solidFill>
                <a:effectLst/>
                <a:latin typeface="+mj-lt"/>
                <a:ea typeface="+mj-ea"/>
                <a:cs typeface="+mj-cs"/>
              </a:defRPr>
            </a:lvl1pPr>
          </a:lstStyle>
          <a:p>
            <a:endParaRPr lang="en-US" altLang="ko-KR"/>
          </a:p>
        </p:txBody>
      </p:sp>
      <p:sp>
        <p:nvSpPr>
          <p:cNvPr id="7" name="TextBox 6">
            <a:extLst>
              <a:ext uri="{FF2B5EF4-FFF2-40B4-BE49-F238E27FC236}">
                <a16:creationId xmlns:a16="http://schemas.microsoft.com/office/drawing/2014/main" id="{9A1A406D-8012-48A2-8683-B0225BF1B206}"/>
              </a:ext>
            </a:extLst>
          </p:cNvPr>
          <p:cNvSpPr txBox="1"/>
          <p:nvPr/>
        </p:nvSpPr>
        <p:spPr>
          <a:xfrm>
            <a:off x="1835696" y="475995"/>
            <a:ext cx="7344816" cy="553998"/>
          </a:xfrm>
          <a:prstGeom prst="rect">
            <a:avLst/>
          </a:prstGeom>
          <a:noFill/>
        </p:spPr>
        <p:txBody>
          <a:bodyPr wrap="square">
            <a:spAutoFit/>
          </a:bodyPr>
          <a:lstStyle/>
          <a:p>
            <a:pPr lvl="1"/>
            <a:r>
              <a:rPr lang="en-US" altLang="ko-KR" sz="1200">
                <a:latin typeface="Calibri" panose="020F0502020204030204" pitchFamily="34" charset="0"/>
              </a:rPr>
              <a:t>[7]</a:t>
            </a:r>
            <a:r>
              <a:rPr lang="en-US" altLang="ko-KR" sz="1600">
                <a:latin typeface="Calibri" panose="020F0502020204030204" pitchFamily="34" charset="0"/>
              </a:rPr>
              <a:t> </a:t>
            </a:r>
            <a:r>
              <a:rPr lang="en-US" altLang="ko-KR" sz="1400">
                <a:latin typeface="Calibri" panose="020F0502020204030204" pitchFamily="34" charset="0"/>
              </a:rPr>
              <a:t>J. Devlin, M.-W. Chang, K. Lee, and K. Toutanova, "Bert: Pre-training of deep bidirectional transformers for language understanding," </a:t>
            </a:r>
            <a:r>
              <a:rPr lang="en-US" altLang="ko-KR" sz="1400" i="1">
                <a:latin typeface="Calibri" panose="020F0502020204030204" pitchFamily="34" charset="0"/>
              </a:rPr>
              <a:t>arXiv preprint arXiv:1810.04805, 2018.</a:t>
            </a:r>
            <a:endParaRPr lang="en-US" altLang="ko-KR" sz="1200" i="1">
              <a:latin typeface="Calibri" panose="020F0502020204030204" pitchFamily="34" charset="0"/>
            </a:endParaRPr>
          </a:p>
        </p:txBody>
      </p:sp>
      <p:pic>
        <p:nvPicPr>
          <p:cNvPr id="3" name="그림 2">
            <a:extLst>
              <a:ext uri="{FF2B5EF4-FFF2-40B4-BE49-F238E27FC236}">
                <a16:creationId xmlns:a16="http://schemas.microsoft.com/office/drawing/2014/main" id="{5927C8D8-790C-40A7-8A64-6AFC70DDB7EB}"/>
              </a:ext>
            </a:extLst>
          </p:cNvPr>
          <p:cNvPicPr>
            <a:picLocks noChangeAspect="1"/>
          </p:cNvPicPr>
          <p:nvPr/>
        </p:nvPicPr>
        <p:blipFill>
          <a:blip r:embed="rId3"/>
          <a:stretch>
            <a:fillRect/>
          </a:stretch>
        </p:blipFill>
        <p:spPr>
          <a:xfrm>
            <a:off x="1619672" y="2060848"/>
            <a:ext cx="6009527" cy="4565268"/>
          </a:xfrm>
          <a:prstGeom prst="rect">
            <a:avLst/>
          </a:prstGeom>
        </p:spPr>
      </p:pic>
    </p:spTree>
    <p:extLst>
      <p:ext uri="{BB962C8B-B14F-4D97-AF65-F5344CB8AC3E}">
        <p14:creationId xmlns:p14="http://schemas.microsoft.com/office/powerpoint/2010/main" val="22816969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F6AF8C84-D71B-418C-8105-F46100185E82}"/>
              </a:ext>
            </a:extLst>
          </p:cNvPr>
          <p:cNvSpPr>
            <a:spLocks noGrp="1"/>
          </p:cNvSpPr>
          <p:nvPr>
            <p:ph type="title"/>
          </p:nvPr>
        </p:nvSpPr>
        <p:spPr>
          <a:xfrm>
            <a:off x="228600" y="327671"/>
            <a:ext cx="8686800" cy="838200"/>
          </a:xfrm>
        </p:spPr>
        <p:txBody>
          <a:bodyPr/>
          <a:lstStyle/>
          <a:p>
            <a:r>
              <a:rPr lang="en-US" altLang="ko-KR"/>
              <a:t>ViT[8]</a:t>
            </a:r>
            <a:endParaRPr lang="ko-KR" altLang="en-US" dirty="0"/>
          </a:p>
        </p:txBody>
      </p:sp>
      <p:sp>
        <p:nvSpPr>
          <p:cNvPr id="69" name="내용 개체 틀 68">
            <a:extLst>
              <a:ext uri="{FF2B5EF4-FFF2-40B4-BE49-F238E27FC236}">
                <a16:creationId xmlns:a16="http://schemas.microsoft.com/office/drawing/2014/main" id="{56656ED1-D8C9-409D-9371-34A8CF7BDB34}"/>
              </a:ext>
            </a:extLst>
          </p:cNvPr>
          <p:cNvSpPr>
            <a:spLocks noGrp="1"/>
          </p:cNvSpPr>
          <p:nvPr>
            <p:ph idx="1"/>
          </p:nvPr>
        </p:nvSpPr>
        <p:spPr>
          <a:xfrm>
            <a:off x="227218" y="1190746"/>
            <a:ext cx="8686800" cy="5238224"/>
          </a:xfrm>
          <a:ln>
            <a:solidFill>
              <a:schemeClr val="bg1"/>
            </a:solidFill>
          </a:ln>
        </p:spPr>
        <p:txBody>
          <a:bodyPr>
            <a:normAutofit/>
          </a:bodyPr>
          <a:lstStyle/>
          <a:p>
            <a:r>
              <a:rPr lang="ko-KR" altLang="en-US" sz="1400">
                <a:solidFill>
                  <a:schemeClr val="tx1"/>
                </a:solidFill>
                <a:latin typeface="sohne"/>
              </a:rPr>
              <a:t>공통점</a:t>
            </a:r>
            <a:endParaRPr lang="en-US" altLang="ko-KR" sz="1400">
              <a:solidFill>
                <a:schemeClr val="tx1"/>
              </a:solidFill>
              <a:latin typeface="sohne"/>
            </a:endParaRPr>
          </a:p>
          <a:p>
            <a:pPr lvl="1"/>
            <a:r>
              <a:rPr lang="en-US" altLang="ko-KR" sz="1400">
                <a:solidFill>
                  <a:schemeClr val="tx1"/>
                </a:solidFill>
                <a:latin typeface="sohne"/>
              </a:rPr>
              <a:t>Transformer</a:t>
            </a:r>
            <a:r>
              <a:rPr lang="ko-KR" altLang="en-US" sz="1400">
                <a:solidFill>
                  <a:schemeClr val="tx1"/>
                </a:solidFill>
                <a:latin typeface="sohne"/>
              </a:rPr>
              <a:t>의</a:t>
            </a:r>
            <a:r>
              <a:rPr lang="en-US" altLang="ko-KR" sz="1400">
                <a:solidFill>
                  <a:schemeClr val="tx1"/>
                </a:solidFill>
                <a:latin typeface="sohne"/>
              </a:rPr>
              <a:t> encoder </a:t>
            </a:r>
            <a:r>
              <a:rPr lang="ko-KR" altLang="en-US" sz="1400">
                <a:solidFill>
                  <a:schemeClr val="tx1"/>
                </a:solidFill>
                <a:latin typeface="sohne"/>
              </a:rPr>
              <a:t>구조를 사용</a:t>
            </a:r>
            <a:endParaRPr lang="en-US" altLang="ko-KR" sz="1400">
              <a:solidFill>
                <a:schemeClr val="tx1"/>
              </a:solidFill>
              <a:latin typeface="sohne"/>
            </a:endParaRPr>
          </a:p>
          <a:p>
            <a:pPr lvl="1"/>
            <a:r>
              <a:rPr lang="en-US" altLang="ko-KR" sz="1400">
                <a:solidFill>
                  <a:schemeClr val="tx1"/>
                </a:solidFill>
                <a:latin typeface="sohne"/>
              </a:rPr>
              <a:t>CLS token</a:t>
            </a:r>
            <a:r>
              <a:rPr lang="ko-KR" altLang="en-US" sz="1400">
                <a:solidFill>
                  <a:schemeClr val="tx1"/>
                </a:solidFill>
                <a:latin typeface="sohne"/>
              </a:rPr>
              <a:t>을 이용한 </a:t>
            </a:r>
            <a:r>
              <a:rPr lang="en-US" altLang="ko-KR" sz="1400">
                <a:solidFill>
                  <a:schemeClr val="tx1"/>
                </a:solidFill>
                <a:latin typeface="sohne"/>
              </a:rPr>
              <a:t>classification</a:t>
            </a:r>
          </a:p>
          <a:p>
            <a:r>
              <a:rPr lang="ko-KR" altLang="en-US" sz="1400">
                <a:solidFill>
                  <a:schemeClr val="tx1"/>
                </a:solidFill>
                <a:latin typeface="sohne"/>
              </a:rPr>
              <a:t>차이점</a:t>
            </a:r>
            <a:endParaRPr lang="en-US" altLang="ko-KR" sz="1100">
              <a:solidFill>
                <a:schemeClr val="tx1"/>
              </a:solidFill>
              <a:latin typeface="sohne"/>
            </a:endParaRPr>
          </a:p>
          <a:p>
            <a:pPr lvl="1"/>
            <a:r>
              <a:rPr lang="ko-KR" altLang="en-US" sz="1400">
                <a:solidFill>
                  <a:schemeClr val="tx1"/>
                </a:solidFill>
                <a:latin typeface="sohne"/>
              </a:rPr>
              <a:t>문장이 아닌</a:t>
            </a:r>
            <a:r>
              <a:rPr lang="ko-KR" altLang="en-US" sz="1400">
                <a:solidFill>
                  <a:srgbClr val="FF0000"/>
                </a:solidFill>
                <a:latin typeface="sohne"/>
              </a:rPr>
              <a:t> </a:t>
            </a:r>
            <a:r>
              <a:rPr lang="en-US" altLang="ko-KR" sz="1400">
                <a:solidFill>
                  <a:srgbClr val="FF0000"/>
                </a:solidFill>
                <a:latin typeface="sohne"/>
              </a:rPr>
              <a:t>Image</a:t>
            </a:r>
            <a:r>
              <a:rPr lang="ko-KR" altLang="en-US" sz="1400">
                <a:solidFill>
                  <a:schemeClr val="tx1"/>
                </a:solidFill>
                <a:latin typeface="sohne"/>
              </a:rPr>
              <a:t>를 여러 </a:t>
            </a:r>
            <a:r>
              <a:rPr lang="en-US" altLang="ko-KR" sz="1400">
                <a:solidFill>
                  <a:schemeClr val="tx1"/>
                </a:solidFill>
                <a:latin typeface="sohne"/>
              </a:rPr>
              <a:t>token</a:t>
            </a:r>
            <a:r>
              <a:rPr lang="ko-KR" altLang="en-US" sz="1400">
                <a:solidFill>
                  <a:schemeClr val="tx1"/>
                </a:solidFill>
                <a:latin typeface="sohne"/>
              </a:rPr>
              <a:t>으로 분리하여 해석</a:t>
            </a:r>
            <a:endParaRPr lang="en-US" altLang="ko-KR" sz="1400">
              <a:solidFill>
                <a:schemeClr val="tx1"/>
              </a:solidFill>
              <a:latin typeface="sohne"/>
            </a:endParaRPr>
          </a:p>
          <a:p>
            <a:pPr lvl="1"/>
            <a:r>
              <a:rPr lang="en-US" altLang="ko-KR" sz="1400">
                <a:solidFill>
                  <a:srgbClr val="FF0000"/>
                </a:solidFill>
                <a:latin typeface="sohne"/>
              </a:rPr>
              <a:t>Mask</a:t>
            </a:r>
            <a:r>
              <a:rPr lang="ko-KR" altLang="en-US" sz="1400">
                <a:solidFill>
                  <a:srgbClr val="FF0000"/>
                </a:solidFill>
                <a:latin typeface="sohne"/>
              </a:rPr>
              <a:t>를 사용하지 않음</a:t>
            </a:r>
            <a:endParaRPr lang="en-US" altLang="ko-KR" sz="1400">
              <a:solidFill>
                <a:srgbClr val="FF0000"/>
              </a:solidFill>
              <a:latin typeface="sohne"/>
            </a:endParaRPr>
          </a:p>
          <a:p>
            <a:pPr lvl="2"/>
            <a:endParaRPr lang="en-US" altLang="ko-KR" sz="1400">
              <a:solidFill>
                <a:schemeClr val="tx1"/>
              </a:solidFill>
              <a:latin typeface="sohne"/>
            </a:endParaRPr>
          </a:p>
          <a:p>
            <a:pPr lvl="2"/>
            <a:endParaRPr lang="en-US" altLang="ko-KR" sz="1400">
              <a:solidFill>
                <a:schemeClr val="tx1"/>
              </a:solidFill>
              <a:latin typeface="sohne"/>
            </a:endParaRPr>
          </a:p>
          <a:p>
            <a:pPr lvl="2"/>
            <a:endParaRPr lang="en-US" altLang="ko-KR" sz="1200">
              <a:solidFill>
                <a:schemeClr val="tx1"/>
              </a:solidFill>
              <a:latin typeface="sohne"/>
            </a:endParaRPr>
          </a:p>
          <a:p>
            <a:pPr lvl="2"/>
            <a:endParaRPr lang="en-US" altLang="ko-KR" sz="1200">
              <a:solidFill>
                <a:schemeClr val="tx1"/>
              </a:solidFill>
              <a:latin typeface="sohne"/>
            </a:endParaRPr>
          </a:p>
          <a:p>
            <a:pPr lvl="1"/>
            <a:endParaRPr lang="en-US" altLang="ko-KR" sz="1400">
              <a:solidFill>
                <a:schemeClr val="tx1"/>
              </a:solidFill>
              <a:latin typeface="sohne"/>
            </a:endParaRPr>
          </a:p>
        </p:txBody>
      </p:sp>
      <p:sp>
        <p:nvSpPr>
          <p:cNvPr id="9" name="TextBox 8">
            <a:extLst>
              <a:ext uri="{FF2B5EF4-FFF2-40B4-BE49-F238E27FC236}">
                <a16:creationId xmlns:a16="http://schemas.microsoft.com/office/drawing/2014/main" id="{11932515-A07D-43CF-8879-1D2F43D9E7EF}"/>
              </a:ext>
            </a:extLst>
          </p:cNvPr>
          <p:cNvSpPr txBox="1"/>
          <p:nvPr/>
        </p:nvSpPr>
        <p:spPr>
          <a:xfrm>
            <a:off x="6420556" y="87868"/>
            <a:ext cx="2628956" cy="369332"/>
          </a:xfrm>
          <a:prstGeom prst="rect">
            <a:avLst/>
          </a:prstGeom>
          <a:noFill/>
        </p:spPr>
        <p:txBody>
          <a:bodyPr wrap="squar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prstClr val="black"/>
                </a:solidFill>
                <a:effectLst/>
                <a:uLnTx/>
                <a:uFillTx/>
                <a:latin typeface="Times New Roman"/>
                <a:ea typeface="맑은 고딕"/>
                <a:cs typeface="+mn-cs"/>
              </a:rPr>
              <a:t>김성수</a:t>
            </a:r>
          </a:p>
        </p:txBody>
      </p:sp>
      <p:pic>
        <p:nvPicPr>
          <p:cNvPr id="3" name="그림 2">
            <a:extLst>
              <a:ext uri="{FF2B5EF4-FFF2-40B4-BE49-F238E27FC236}">
                <a16:creationId xmlns:a16="http://schemas.microsoft.com/office/drawing/2014/main" id="{15C91918-CDE7-488E-9A10-6E8B1C64E7A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75656" y="2708920"/>
            <a:ext cx="5985350" cy="4114928"/>
          </a:xfrm>
          <a:prstGeom prst="rect">
            <a:avLst/>
          </a:prstGeom>
        </p:spPr>
      </p:pic>
    </p:spTree>
    <p:extLst>
      <p:ext uri="{BB962C8B-B14F-4D97-AF65-F5344CB8AC3E}">
        <p14:creationId xmlns:p14="http://schemas.microsoft.com/office/powerpoint/2010/main" val="9484371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F6AF8C84-D71B-418C-8105-F46100185E82}"/>
              </a:ext>
            </a:extLst>
          </p:cNvPr>
          <p:cNvSpPr>
            <a:spLocks noGrp="1"/>
          </p:cNvSpPr>
          <p:nvPr>
            <p:ph type="title"/>
          </p:nvPr>
        </p:nvSpPr>
        <p:spPr>
          <a:xfrm>
            <a:off x="228600" y="327671"/>
            <a:ext cx="8686800" cy="838200"/>
          </a:xfrm>
        </p:spPr>
        <p:txBody>
          <a:bodyPr/>
          <a:lstStyle/>
          <a:p>
            <a:r>
              <a:rPr lang="en-US" altLang="ko-KR"/>
              <a:t>MAE[9]</a:t>
            </a:r>
            <a:endParaRPr lang="ko-KR" altLang="en-US" dirty="0"/>
          </a:p>
        </p:txBody>
      </p:sp>
      <p:sp>
        <p:nvSpPr>
          <p:cNvPr id="69" name="내용 개체 틀 68">
            <a:extLst>
              <a:ext uri="{FF2B5EF4-FFF2-40B4-BE49-F238E27FC236}">
                <a16:creationId xmlns:a16="http://schemas.microsoft.com/office/drawing/2014/main" id="{56656ED1-D8C9-409D-9371-34A8CF7BDB34}"/>
              </a:ext>
            </a:extLst>
          </p:cNvPr>
          <p:cNvSpPr>
            <a:spLocks noGrp="1"/>
          </p:cNvSpPr>
          <p:nvPr>
            <p:ph idx="1"/>
          </p:nvPr>
        </p:nvSpPr>
        <p:spPr>
          <a:xfrm>
            <a:off x="207672" y="1165871"/>
            <a:ext cx="8686800" cy="5238224"/>
          </a:xfrm>
        </p:spPr>
        <p:txBody>
          <a:bodyPr/>
          <a:lstStyle/>
          <a:p>
            <a:pPr marR="0"/>
            <a:r>
              <a:rPr lang="en-US" altLang="ko-KR" sz="1800">
                <a:latin typeface="Calibri" panose="020F0502020204030204" pitchFamily="34" charset="0"/>
              </a:rPr>
              <a:t>Masked Autoencoders Are Scalable Vision Learners[9]</a:t>
            </a:r>
          </a:p>
          <a:p>
            <a:pPr marR="0"/>
            <a:endParaRPr lang="en-US" altLang="ko-KR" sz="1800">
              <a:latin typeface="Calibri" panose="020F0502020204030204" pitchFamily="34" charset="0"/>
            </a:endParaRPr>
          </a:p>
          <a:p>
            <a:pPr marR="0"/>
            <a:endParaRPr lang="en-US" altLang="ko-KR" sz="1800">
              <a:latin typeface="Calibri" panose="020F0502020204030204" pitchFamily="34" charset="0"/>
            </a:endParaRPr>
          </a:p>
          <a:p>
            <a:pPr marR="0"/>
            <a:endParaRPr lang="en-US" altLang="ko-KR" sz="1800" i="1">
              <a:latin typeface="Calibri" panose="020F0502020204030204" pitchFamily="34" charset="0"/>
            </a:endParaRPr>
          </a:p>
          <a:p>
            <a:pPr lvl="1"/>
            <a:endParaRPr lang="en-US" altLang="ko-KR" sz="1400" i="1">
              <a:latin typeface="Calibri" panose="020F0502020204030204" pitchFamily="34" charset="0"/>
            </a:endParaRPr>
          </a:p>
        </p:txBody>
      </p:sp>
      <p:sp>
        <p:nvSpPr>
          <p:cNvPr id="9" name="TextBox 8">
            <a:extLst>
              <a:ext uri="{FF2B5EF4-FFF2-40B4-BE49-F238E27FC236}">
                <a16:creationId xmlns:a16="http://schemas.microsoft.com/office/drawing/2014/main" id="{11932515-A07D-43CF-8879-1D2F43D9E7EF}"/>
              </a:ext>
            </a:extLst>
          </p:cNvPr>
          <p:cNvSpPr txBox="1"/>
          <p:nvPr/>
        </p:nvSpPr>
        <p:spPr>
          <a:xfrm>
            <a:off x="6420556" y="87868"/>
            <a:ext cx="2628956" cy="369332"/>
          </a:xfrm>
          <a:prstGeom prst="rect">
            <a:avLst/>
          </a:prstGeom>
          <a:noFill/>
        </p:spPr>
        <p:txBody>
          <a:bodyPr wrap="squar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prstClr val="black"/>
                </a:solidFill>
                <a:effectLst/>
                <a:uLnTx/>
                <a:uFillTx/>
                <a:latin typeface="Times New Roman"/>
                <a:ea typeface="맑은 고딕"/>
                <a:cs typeface="+mn-cs"/>
              </a:rPr>
              <a:t>김성수</a:t>
            </a:r>
          </a:p>
        </p:txBody>
      </p:sp>
      <p:sp>
        <p:nvSpPr>
          <p:cNvPr id="13" name="TextBox 12">
            <a:extLst>
              <a:ext uri="{FF2B5EF4-FFF2-40B4-BE49-F238E27FC236}">
                <a16:creationId xmlns:a16="http://schemas.microsoft.com/office/drawing/2014/main" id="{1BCECE76-907A-4247-AC83-70B30F26E886}"/>
              </a:ext>
            </a:extLst>
          </p:cNvPr>
          <p:cNvSpPr txBox="1"/>
          <p:nvPr/>
        </p:nvSpPr>
        <p:spPr>
          <a:xfrm>
            <a:off x="3635896" y="112228"/>
            <a:ext cx="4573978" cy="577081"/>
          </a:xfrm>
          <a:prstGeom prst="rect">
            <a:avLst/>
          </a:prstGeom>
          <a:noFill/>
        </p:spPr>
        <p:txBody>
          <a:bodyPr wrap="square">
            <a:spAutoFit/>
          </a:bodyPr>
          <a:lstStyle/>
          <a:p>
            <a:pPr lvl="1"/>
            <a:r>
              <a:rPr lang="en-US" altLang="ko-KR" sz="1000">
                <a:latin typeface="Calibri" panose="020F0502020204030204" pitchFamily="34" charset="0"/>
              </a:rPr>
              <a:t>[9]</a:t>
            </a:r>
            <a:r>
              <a:rPr lang="en-US" altLang="ko-KR" sz="1000">
                <a:solidFill>
                  <a:srgbClr val="FF0000"/>
                </a:solidFill>
                <a:latin typeface="Calibri" panose="020F0502020204030204" pitchFamily="34" charset="0"/>
              </a:rPr>
              <a:t>  </a:t>
            </a:r>
            <a:r>
              <a:rPr lang="en-US" altLang="ko-KR" sz="1050">
                <a:latin typeface="Calibri" panose="020F0502020204030204" pitchFamily="34" charset="0"/>
              </a:rPr>
              <a:t>K. He, X. Chen, S. Xie, Y. Li, P. Dollár, and R. Girshick, "Masked Autoencoders Are Scalable Vision Learners," </a:t>
            </a:r>
            <a:r>
              <a:rPr lang="en-US" altLang="ko-KR" sz="1050" i="1">
                <a:latin typeface="Calibri" panose="020F0502020204030204" pitchFamily="34" charset="0"/>
              </a:rPr>
              <a:t>arXiv preprint arXiv:2111.06377, 2</a:t>
            </a:r>
          </a:p>
        </p:txBody>
      </p:sp>
      <p:sp>
        <p:nvSpPr>
          <p:cNvPr id="2" name="TextBox 1">
            <a:extLst>
              <a:ext uri="{FF2B5EF4-FFF2-40B4-BE49-F238E27FC236}">
                <a16:creationId xmlns:a16="http://schemas.microsoft.com/office/drawing/2014/main" id="{04170D0F-2DC3-4234-A7DE-B2FA9C8B5A31}"/>
              </a:ext>
            </a:extLst>
          </p:cNvPr>
          <p:cNvSpPr txBox="1"/>
          <p:nvPr/>
        </p:nvSpPr>
        <p:spPr>
          <a:xfrm>
            <a:off x="755576" y="4242892"/>
            <a:ext cx="1512168" cy="461665"/>
          </a:xfrm>
          <a:prstGeom prst="rect">
            <a:avLst/>
          </a:prstGeom>
          <a:noFill/>
        </p:spPr>
        <p:txBody>
          <a:bodyPr wrap="square" rtlCol="0">
            <a:spAutoFit/>
          </a:bodyPr>
          <a:lstStyle/>
          <a:p>
            <a:r>
              <a:rPr lang="en-US" altLang="ko-KR" sz="2400">
                <a:solidFill>
                  <a:srgbClr val="FF0000"/>
                </a:solidFill>
              </a:rPr>
              <a:t>Mask</a:t>
            </a:r>
            <a:r>
              <a:rPr lang="en-US" altLang="ko-KR" sz="2400"/>
              <a:t>ed</a:t>
            </a:r>
            <a:endParaRPr lang="ko-KR" altLang="en-US" sz="2400"/>
          </a:p>
        </p:txBody>
      </p:sp>
      <p:sp>
        <p:nvSpPr>
          <p:cNvPr id="8" name="TextBox 7">
            <a:extLst>
              <a:ext uri="{FF2B5EF4-FFF2-40B4-BE49-F238E27FC236}">
                <a16:creationId xmlns:a16="http://schemas.microsoft.com/office/drawing/2014/main" id="{B5EF7AD9-53AA-4D6C-92AC-AEA15698D27A}"/>
              </a:ext>
            </a:extLst>
          </p:cNvPr>
          <p:cNvSpPr txBox="1"/>
          <p:nvPr/>
        </p:nvSpPr>
        <p:spPr>
          <a:xfrm>
            <a:off x="2478864" y="4248203"/>
            <a:ext cx="2442733" cy="461665"/>
          </a:xfrm>
          <a:prstGeom prst="rect">
            <a:avLst/>
          </a:prstGeom>
          <a:noFill/>
        </p:spPr>
        <p:txBody>
          <a:bodyPr wrap="square" rtlCol="0">
            <a:spAutoFit/>
          </a:bodyPr>
          <a:lstStyle/>
          <a:p>
            <a:r>
              <a:rPr lang="en-US" altLang="ko-KR" sz="2400"/>
              <a:t>Auto</a:t>
            </a:r>
            <a:r>
              <a:rPr lang="en-US" altLang="ko-KR" sz="2400">
                <a:solidFill>
                  <a:srgbClr val="FF0000"/>
                </a:solidFill>
              </a:rPr>
              <a:t>encoders</a:t>
            </a:r>
          </a:p>
        </p:txBody>
      </p:sp>
      <p:sp>
        <p:nvSpPr>
          <p:cNvPr id="10" name="TextBox 9">
            <a:extLst>
              <a:ext uri="{FF2B5EF4-FFF2-40B4-BE49-F238E27FC236}">
                <a16:creationId xmlns:a16="http://schemas.microsoft.com/office/drawing/2014/main" id="{362A8232-41A6-45D5-AD66-7D955F21FF4F}"/>
              </a:ext>
            </a:extLst>
          </p:cNvPr>
          <p:cNvSpPr txBox="1"/>
          <p:nvPr/>
        </p:nvSpPr>
        <p:spPr>
          <a:xfrm>
            <a:off x="5130916" y="4256991"/>
            <a:ext cx="1422047" cy="461665"/>
          </a:xfrm>
          <a:prstGeom prst="rect">
            <a:avLst/>
          </a:prstGeom>
          <a:noFill/>
        </p:spPr>
        <p:txBody>
          <a:bodyPr wrap="square" rtlCol="0">
            <a:spAutoFit/>
          </a:bodyPr>
          <a:lstStyle/>
          <a:p>
            <a:r>
              <a:rPr lang="en-US" altLang="ko-KR" sz="2400"/>
              <a:t>Scalable</a:t>
            </a:r>
            <a:endParaRPr lang="en-US" altLang="ko-KR" sz="2400">
              <a:solidFill>
                <a:srgbClr val="FF0000"/>
              </a:solidFill>
            </a:endParaRPr>
          </a:p>
        </p:txBody>
      </p:sp>
      <p:sp>
        <p:nvSpPr>
          <p:cNvPr id="11" name="TextBox 10">
            <a:extLst>
              <a:ext uri="{FF2B5EF4-FFF2-40B4-BE49-F238E27FC236}">
                <a16:creationId xmlns:a16="http://schemas.microsoft.com/office/drawing/2014/main" id="{3BBBA5DC-2207-4A58-95EA-151A2E29D7DF}"/>
              </a:ext>
            </a:extLst>
          </p:cNvPr>
          <p:cNvSpPr txBox="1"/>
          <p:nvPr/>
        </p:nvSpPr>
        <p:spPr>
          <a:xfrm>
            <a:off x="6693813" y="4242892"/>
            <a:ext cx="2186337" cy="461665"/>
          </a:xfrm>
          <a:prstGeom prst="rect">
            <a:avLst/>
          </a:prstGeom>
          <a:noFill/>
        </p:spPr>
        <p:txBody>
          <a:bodyPr wrap="square" rtlCol="0">
            <a:spAutoFit/>
          </a:bodyPr>
          <a:lstStyle/>
          <a:p>
            <a:r>
              <a:rPr lang="en-US" altLang="ko-KR" sz="2400"/>
              <a:t>Vision Learners</a:t>
            </a:r>
          </a:p>
        </p:txBody>
      </p:sp>
      <p:pic>
        <p:nvPicPr>
          <p:cNvPr id="4" name="그림 3">
            <a:extLst>
              <a:ext uri="{FF2B5EF4-FFF2-40B4-BE49-F238E27FC236}">
                <a16:creationId xmlns:a16="http://schemas.microsoft.com/office/drawing/2014/main" id="{048B09FB-E7E6-4E62-A831-B8C17E4A42DA}"/>
              </a:ext>
            </a:extLst>
          </p:cNvPr>
          <p:cNvPicPr>
            <a:picLocks noChangeAspect="1"/>
          </p:cNvPicPr>
          <p:nvPr/>
        </p:nvPicPr>
        <p:blipFill>
          <a:blip r:embed="rId3"/>
          <a:stretch>
            <a:fillRect/>
          </a:stretch>
        </p:blipFill>
        <p:spPr>
          <a:xfrm>
            <a:off x="1475656" y="1772363"/>
            <a:ext cx="6360289" cy="2232248"/>
          </a:xfrm>
          <a:prstGeom prst="rect">
            <a:avLst/>
          </a:prstGeom>
        </p:spPr>
      </p:pic>
      <p:sp>
        <p:nvSpPr>
          <p:cNvPr id="6" name="직사각형 5">
            <a:extLst>
              <a:ext uri="{FF2B5EF4-FFF2-40B4-BE49-F238E27FC236}">
                <a16:creationId xmlns:a16="http://schemas.microsoft.com/office/drawing/2014/main" id="{D485FBAB-4C85-4671-BE65-E9A42850D3C8}"/>
              </a:ext>
            </a:extLst>
          </p:cNvPr>
          <p:cNvSpPr/>
          <p:nvPr/>
        </p:nvSpPr>
        <p:spPr>
          <a:xfrm>
            <a:off x="395536" y="5012954"/>
            <a:ext cx="1872208" cy="12961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tx1"/>
                </a:solidFill>
              </a:rPr>
              <a:t>BERT..?</a:t>
            </a:r>
          </a:p>
        </p:txBody>
      </p:sp>
      <p:sp>
        <p:nvSpPr>
          <p:cNvPr id="14" name="직사각형 13">
            <a:extLst>
              <a:ext uri="{FF2B5EF4-FFF2-40B4-BE49-F238E27FC236}">
                <a16:creationId xmlns:a16="http://schemas.microsoft.com/office/drawing/2014/main" id="{25B3D342-8011-44AB-B371-3D2F6306421C}"/>
              </a:ext>
            </a:extLst>
          </p:cNvPr>
          <p:cNvSpPr/>
          <p:nvPr/>
        </p:nvSpPr>
        <p:spPr>
          <a:xfrm>
            <a:off x="2555776" y="5012954"/>
            <a:ext cx="1872208" cy="12961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tx1"/>
                </a:solidFill>
              </a:rPr>
              <a:t>Transformer?</a:t>
            </a:r>
          </a:p>
        </p:txBody>
      </p:sp>
      <p:sp>
        <p:nvSpPr>
          <p:cNvPr id="7" name="TextBox 6">
            <a:extLst>
              <a:ext uri="{FF2B5EF4-FFF2-40B4-BE49-F238E27FC236}">
                <a16:creationId xmlns:a16="http://schemas.microsoft.com/office/drawing/2014/main" id="{8FB981F8-ADD1-486E-A874-5530427098E1}"/>
              </a:ext>
            </a:extLst>
          </p:cNvPr>
          <p:cNvSpPr txBox="1"/>
          <p:nvPr/>
        </p:nvSpPr>
        <p:spPr>
          <a:xfrm>
            <a:off x="4538964" y="4368308"/>
            <a:ext cx="498517" cy="307777"/>
          </a:xfrm>
          <a:prstGeom prst="rect">
            <a:avLst/>
          </a:prstGeom>
          <a:noFill/>
        </p:spPr>
        <p:txBody>
          <a:bodyPr wrap="square" rtlCol="0">
            <a:spAutoFit/>
          </a:bodyPr>
          <a:lstStyle/>
          <a:p>
            <a:r>
              <a:rPr lang="en-US" altLang="ko-KR" sz="1400"/>
              <a:t>are</a:t>
            </a:r>
            <a:endParaRPr lang="ko-KR" altLang="en-US" sz="1400"/>
          </a:p>
        </p:txBody>
      </p:sp>
      <p:sp>
        <p:nvSpPr>
          <p:cNvPr id="16" name="직사각형 15">
            <a:extLst>
              <a:ext uri="{FF2B5EF4-FFF2-40B4-BE49-F238E27FC236}">
                <a16:creationId xmlns:a16="http://schemas.microsoft.com/office/drawing/2014/main" id="{DD210B57-DF45-4966-8028-C59BA29394AD}"/>
              </a:ext>
            </a:extLst>
          </p:cNvPr>
          <p:cNvSpPr/>
          <p:nvPr/>
        </p:nvSpPr>
        <p:spPr>
          <a:xfrm>
            <a:off x="4715303" y="5013176"/>
            <a:ext cx="1872208" cy="12961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tx1"/>
                </a:solidFill>
              </a:rPr>
              <a:t>Scalability..?</a:t>
            </a:r>
          </a:p>
          <a:p>
            <a:pPr algn="ctr"/>
            <a:r>
              <a:rPr lang="en-US" altLang="ko-KR">
                <a:solidFill>
                  <a:schemeClr val="tx1"/>
                </a:solidFill>
              </a:rPr>
              <a:t>ViT..?</a:t>
            </a:r>
          </a:p>
        </p:txBody>
      </p:sp>
      <p:sp>
        <p:nvSpPr>
          <p:cNvPr id="17" name="직사각형 16">
            <a:extLst>
              <a:ext uri="{FF2B5EF4-FFF2-40B4-BE49-F238E27FC236}">
                <a16:creationId xmlns:a16="http://schemas.microsoft.com/office/drawing/2014/main" id="{2721CAF0-D29C-4EF8-BB0D-EB8821F9E32A}"/>
              </a:ext>
            </a:extLst>
          </p:cNvPr>
          <p:cNvSpPr/>
          <p:nvPr/>
        </p:nvSpPr>
        <p:spPr>
          <a:xfrm>
            <a:off x="6850878" y="5012954"/>
            <a:ext cx="1872208" cy="12961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tx1"/>
                </a:solidFill>
              </a:rPr>
              <a:t>Features?</a:t>
            </a:r>
          </a:p>
          <a:p>
            <a:pPr algn="ctr"/>
            <a:r>
              <a:rPr lang="en-US" altLang="ko-KR">
                <a:solidFill>
                  <a:schemeClr val="tx1"/>
                </a:solidFill>
              </a:rPr>
              <a:t>Context?</a:t>
            </a:r>
          </a:p>
        </p:txBody>
      </p:sp>
    </p:spTree>
    <p:extLst>
      <p:ext uri="{BB962C8B-B14F-4D97-AF65-F5344CB8AC3E}">
        <p14:creationId xmlns:p14="http://schemas.microsoft.com/office/powerpoint/2010/main" val="4092762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F6AF8C84-D71B-418C-8105-F46100185E82}"/>
              </a:ext>
            </a:extLst>
          </p:cNvPr>
          <p:cNvSpPr>
            <a:spLocks noGrp="1"/>
          </p:cNvSpPr>
          <p:nvPr>
            <p:ph type="title"/>
          </p:nvPr>
        </p:nvSpPr>
        <p:spPr>
          <a:xfrm>
            <a:off x="228600" y="327671"/>
            <a:ext cx="8686800" cy="838200"/>
          </a:xfrm>
        </p:spPr>
        <p:txBody>
          <a:bodyPr/>
          <a:lstStyle/>
          <a:p>
            <a:r>
              <a:rPr lang="en-US" altLang="ko-KR"/>
              <a:t>MAE[9]</a:t>
            </a:r>
            <a:endParaRPr lang="ko-KR" altLang="en-US" dirty="0"/>
          </a:p>
        </p:txBody>
      </p:sp>
      <p:sp>
        <p:nvSpPr>
          <p:cNvPr id="69" name="내용 개체 틀 68">
            <a:extLst>
              <a:ext uri="{FF2B5EF4-FFF2-40B4-BE49-F238E27FC236}">
                <a16:creationId xmlns:a16="http://schemas.microsoft.com/office/drawing/2014/main" id="{56656ED1-D8C9-409D-9371-34A8CF7BDB34}"/>
              </a:ext>
            </a:extLst>
          </p:cNvPr>
          <p:cNvSpPr>
            <a:spLocks noGrp="1"/>
          </p:cNvSpPr>
          <p:nvPr>
            <p:ph idx="1"/>
          </p:nvPr>
        </p:nvSpPr>
        <p:spPr>
          <a:xfrm>
            <a:off x="207672" y="1165871"/>
            <a:ext cx="8686800" cy="5238224"/>
          </a:xfrm>
        </p:spPr>
        <p:txBody>
          <a:bodyPr/>
          <a:lstStyle/>
          <a:p>
            <a:pPr marR="0"/>
            <a:r>
              <a:rPr lang="en-US" altLang="ko-KR" sz="1800">
                <a:latin typeface="Calibri" panose="020F0502020204030204" pitchFamily="34" charset="0"/>
              </a:rPr>
              <a:t>Masked Autoencoders Are Scalable Vision Learners[9]</a:t>
            </a:r>
          </a:p>
          <a:p>
            <a:pPr lvl="1"/>
            <a:r>
              <a:rPr lang="ko-KR" altLang="en-US" sz="1400">
                <a:latin typeface="Calibri" panose="020F0502020204030204" pitchFamily="34" charset="0"/>
              </a:rPr>
              <a:t>어떻게 하면  </a:t>
            </a:r>
            <a:r>
              <a:rPr lang="en-US" altLang="ko-KR" sz="1400">
                <a:latin typeface="Calibri" panose="020F0502020204030204" pitchFamily="34" charset="0"/>
              </a:rPr>
              <a:t>BERT[7]</a:t>
            </a:r>
            <a:r>
              <a:rPr lang="ko-KR" altLang="en-US" sz="1400">
                <a:latin typeface="Calibri" panose="020F0502020204030204" pitchFamily="34" charset="0"/>
              </a:rPr>
              <a:t>의 </a:t>
            </a:r>
            <a:r>
              <a:rPr lang="en-US" altLang="ko-KR" sz="1400">
                <a:latin typeface="Calibri" panose="020F0502020204030204" pitchFamily="34" charset="0"/>
              </a:rPr>
              <a:t>idea</a:t>
            </a:r>
            <a:r>
              <a:rPr lang="ko-KR" altLang="en-US" sz="1400">
                <a:latin typeface="Calibri" panose="020F0502020204030204" pitchFamily="34" charset="0"/>
              </a:rPr>
              <a:t>를 </a:t>
            </a:r>
            <a:r>
              <a:rPr lang="en-US" altLang="ko-KR" sz="1400">
                <a:latin typeface="Calibri" panose="020F0502020204030204" pitchFamily="34" charset="0"/>
              </a:rPr>
              <a:t>image </a:t>
            </a:r>
            <a:r>
              <a:rPr lang="ko-KR" altLang="en-US" sz="1400">
                <a:latin typeface="Calibri" panose="020F0502020204030204" pitchFamily="34" charset="0"/>
              </a:rPr>
              <a:t>에 대해서도 적용할 수 있을까</a:t>
            </a:r>
            <a:r>
              <a:rPr lang="en-US" altLang="ko-KR" sz="1400">
                <a:latin typeface="Calibri" panose="020F0502020204030204" pitchFamily="34" charset="0"/>
              </a:rPr>
              <a:t>?</a:t>
            </a:r>
          </a:p>
          <a:p>
            <a:pPr lvl="1"/>
            <a:r>
              <a:rPr lang="ko-KR" altLang="en-US" sz="1400">
                <a:latin typeface="Calibri" panose="020F0502020204030204" pitchFamily="34" charset="0"/>
              </a:rPr>
              <a:t> </a:t>
            </a:r>
            <a:r>
              <a:rPr lang="en-US" altLang="ko-KR" sz="1400">
                <a:latin typeface="Calibri" panose="020F0502020204030204" pitchFamily="34" charset="0"/>
              </a:rPr>
              <a:t>Image</a:t>
            </a:r>
            <a:r>
              <a:rPr lang="ko-KR" altLang="en-US" sz="1400">
                <a:latin typeface="Calibri" panose="020F0502020204030204" pitchFamily="34" charset="0"/>
              </a:rPr>
              <a:t>와 </a:t>
            </a:r>
            <a:r>
              <a:rPr lang="en-US" altLang="ko-KR" sz="1400">
                <a:latin typeface="Calibri" panose="020F0502020204030204" pitchFamily="34" charset="0"/>
              </a:rPr>
              <a:t>language</a:t>
            </a:r>
            <a:r>
              <a:rPr lang="ko-KR" altLang="en-US" sz="1400">
                <a:latin typeface="Calibri" panose="020F0502020204030204" pitchFamily="34" charset="0"/>
              </a:rPr>
              <a:t>의 특성이 매우 다른것을 고려할 때</a:t>
            </a:r>
            <a:r>
              <a:rPr lang="en-US" altLang="ko-KR" sz="1400">
                <a:latin typeface="Calibri" panose="020F0502020204030204" pitchFamily="34" charset="0"/>
              </a:rPr>
              <a:t>, </a:t>
            </a:r>
            <a:r>
              <a:rPr lang="ko-KR" altLang="en-US" sz="1400">
                <a:latin typeface="Calibri" panose="020F0502020204030204" pitchFamily="34" charset="0"/>
              </a:rPr>
              <a:t>과연 어떤 일이 일어날까</a:t>
            </a:r>
            <a:r>
              <a:rPr lang="en-US" altLang="ko-KR" sz="1400">
                <a:latin typeface="Calibri" panose="020F0502020204030204" pitchFamily="34" charset="0"/>
              </a:rPr>
              <a:t>?</a:t>
            </a:r>
          </a:p>
          <a:p>
            <a:endParaRPr lang="en-US" altLang="ko-KR" sz="1800">
              <a:latin typeface="Calibri" panose="020F0502020204030204" pitchFamily="34" charset="0"/>
            </a:endParaRPr>
          </a:p>
          <a:p>
            <a:r>
              <a:rPr lang="en-US" altLang="ko-KR" sz="1800">
                <a:latin typeface="Calibri" panose="020F0502020204030204" pitchFamily="34" charset="0"/>
              </a:rPr>
              <a:t>In vision, CNNs were dominant over the last decade</a:t>
            </a:r>
          </a:p>
          <a:p>
            <a:pPr lvl="1"/>
            <a:r>
              <a:rPr lang="en-US" altLang="ko-KR" sz="1400">
                <a:latin typeface="Calibri" panose="020F0502020204030204" pitchFamily="34" charset="0"/>
              </a:rPr>
              <a:t>Convolutions typically operate on regular grids and it is not straightforward to integrate ‘indicators’ such as </a:t>
            </a:r>
            <a:r>
              <a:rPr lang="en-US" altLang="ko-KR" sz="1400">
                <a:solidFill>
                  <a:srgbClr val="FF0000"/>
                </a:solidFill>
                <a:latin typeface="Calibri" panose="020F0502020204030204" pitchFamily="34" charset="0"/>
              </a:rPr>
              <a:t>mask tokens </a:t>
            </a:r>
            <a:r>
              <a:rPr lang="en-US" altLang="ko-KR" sz="1400">
                <a:latin typeface="Calibri" panose="020F0502020204030204" pitchFamily="34" charset="0"/>
              </a:rPr>
              <a:t>or </a:t>
            </a:r>
            <a:r>
              <a:rPr lang="en-US" altLang="ko-KR" sz="1400">
                <a:solidFill>
                  <a:srgbClr val="FF0000"/>
                </a:solidFill>
                <a:latin typeface="Calibri" panose="020F0502020204030204" pitchFamily="34" charset="0"/>
              </a:rPr>
              <a:t>positional embeddings</a:t>
            </a:r>
          </a:p>
          <a:p>
            <a:pPr lvl="1"/>
            <a:r>
              <a:rPr lang="en-US" altLang="ko-KR" sz="1400">
                <a:solidFill>
                  <a:schemeClr val="tx1"/>
                </a:solidFill>
                <a:latin typeface="Calibri" panose="020F0502020204030204" pitchFamily="34" charset="0"/>
              </a:rPr>
              <a:t>This architectural gap has been addressed with the introduction of </a:t>
            </a:r>
            <a:r>
              <a:rPr lang="en-US" altLang="ko-KR" sz="1400">
                <a:solidFill>
                  <a:srgbClr val="FF0000"/>
                </a:solidFill>
                <a:latin typeface="Calibri" panose="020F0502020204030204" pitchFamily="34" charset="0"/>
              </a:rPr>
              <a:t>Vision Transformer (ViT)</a:t>
            </a:r>
          </a:p>
          <a:p>
            <a:pPr marL="0" marR="0" indent="0">
              <a:buNone/>
            </a:pPr>
            <a:endParaRPr lang="en-US" altLang="ko-KR" sz="1800">
              <a:latin typeface="Calibri" panose="020F0502020204030204" pitchFamily="34" charset="0"/>
            </a:endParaRPr>
          </a:p>
          <a:p>
            <a:pPr marR="0"/>
            <a:r>
              <a:rPr lang="en-US" altLang="ko-KR" sz="1800">
                <a:latin typeface="Calibri" panose="020F0502020204030204" pitchFamily="34" charset="0"/>
              </a:rPr>
              <a:t>What makes masked autoencoding different between vision and language?</a:t>
            </a:r>
          </a:p>
          <a:p>
            <a:pPr lvl="1"/>
            <a:r>
              <a:rPr lang="en-US" altLang="ko-KR" sz="1400">
                <a:solidFill>
                  <a:srgbClr val="FF0000"/>
                </a:solidFill>
                <a:latin typeface="Calibri" panose="020F0502020204030204" pitchFamily="34" charset="0"/>
              </a:rPr>
              <a:t>Information density </a:t>
            </a:r>
            <a:r>
              <a:rPr lang="en-US" altLang="ko-KR" sz="1400">
                <a:latin typeface="Calibri" panose="020F0502020204030204" pitchFamily="34" charset="0"/>
              </a:rPr>
              <a:t>is different between language and vision</a:t>
            </a:r>
          </a:p>
          <a:p>
            <a:pPr lvl="1"/>
            <a:r>
              <a:rPr lang="en-US" altLang="ko-KR" sz="1400">
                <a:latin typeface="Calibri" panose="020F0502020204030204" pitchFamily="34" charset="0"/>
              </a:rPr>
              <a:t>Languages = </a:t>
            </a:r>
            <a:r>
              <a:rPr lang="en-US" altLang="ko-KR" sz="1400">
                <a:solidFill>
                  <a:srgbClr val="FF0000"/>
                </a:solidFill>
                <a:latin typeface="Calibri" panose="020F0502020204030204" pitchFamily="34" charset="0"/>
              </a:rPr>
              <a:t>Human-generated signals</a:t>
            </a:r>
          </a:p>
          <a:p>
            <a:pPr lvl="2"/>
            <a:r>
              <a:rPr lang="en-US" altLang="ko-KR" sz="1200">
                <a:solidFill>
                  <a:schemeClr val="tx1"/>
                </a:solidFill>
                <a:latin typeface="Calibri" panose="020F0502020204030204" pitchFamily="34" charset="0"/>
              </a:rPr>
              <a:t>Highly semantics</a:t>
            </a:r>
          </a:p>
          <a:p>
            <a:pPr lvl="2"/>
            <a:r>
              <a:rPr lang="en-US" altLang="ko-KR" sz="1200">
                <a:solidFill>
                  <a:schemeClr val="tx1"/>
                </a:solidFill>
                <a:latin typeface="Calibri" panose="020F0502020204030204" pitchFamily="34" charset="0"/>
              </a:rPr>
              <a:t>Information – dense</a:t>
            </a:r>
          </a:p>
          <a:p>
            <a:pPr lvl="2"/>
            <a:r>
              <a:rPr lang="en-US" altLang="ko-KR" sz="1200">
                <a:solidFill>
                  <a:schemeClr val="tx1"/>
                </a:solidFill>
                <a:latin typeface="Calibri" panose="020F0502020204030204" pitchFamily="34" charset="0"/>
              </a:rPr>
              <a:t>The model needs </a:t>
            </a:r>
            <a:r>
              <a:rPr lang="en-US" altLang="ko-KR" sz="1200">
                <a:solidFill>
                  <a:srgbClr val="FF0000"/>
                </a:solidFill>
                <a:latin typeface="Calibri" panose="020F0502020204030204" pitchFamily="34" charset="0"/>
              </a:rPr>
              <a:t>sophisticated language understanding</a:t>
            </a:r>
          </a:p>
          <a:p>
            <a:pPr lvl="2"/>
            <a:r>
              <a:rPr lang="en-US" altLang="ko-KR" sz="1200">
                <a:solidFill>
                  <a:schemeClr val="tx1"/>
                </a:solidFill>
                <a:latin typeface="Calibri" panose="020F0502020204030204" pitchFamily="34" charset="0"/>
              </a:rPr>
              <a:t>Ex ) In Autumn the _______ falls from the trees.</a:t>
            </a:r>
          </a:p>
          <a:p>
            <a:pPr lvl="1"/>
            <a:r>
              <a:rPr lang="en-US" altLang="ko-KR" sz="1400">
                <a:solidFill>
                  <a:schemeClr val="tx1"/>
                </a:solidFill>
                <a:latin typeface="Calibri" panose="020F0502020204030204" pitchFamily="34" charset="0"/>
              </a:rPr>
              <a:t>Images = Natural signals</a:t>
            </a:r>
          </a:p>
          <a:p>
            <a:pPr lvl="2"/>
            <a:r>
              <a:rPr lang="en-US" altLang="ko-KR" sz="1200">
                <a:solidFill>
                  <a:schemeClr val="tx1"/>
                </a:solidFill>
                <a:latin typeface="Calibri" panose="020F0502020204030204" pitchFamily="34" charset="0"/>
              </a:rPr>
              <a:t>Heavy </a:t>
            </a:r>
            <a:r>
              <a:rPr lang="en-US" altLang="ko-KR" sz="1200">
                <a:solidFill>
                  <a:srgbClr val="FF0000"/>
                </a:solidFill>
                <a:latin typeface="Calibri" panose="020F0502020204030204" pitchFamily="34" charset="0"/>
              </a:rPr>
              <a:t>spatial redundancy</a:t>
            </a:r>
          </a:p>
          <a:p>
            <a:pPr lvl="2"/>
            <a:r>
              <a:rPr lang="en-US" altLang="ko-KR" sz="1200">
                <a:solidFill>
                  <a:schemeClr val="tx1"/>
                </a:solidFill>
                <a:latin typeface="Calibri" panose="020F0502020204030204" pitchFamily="34" charset="0"/>
              </a:rPr>
              <a:t>Ex )</a:t>
            </a:r>
            <a:r>
              <a:rPr lang="en-US" altLang="ko-KR" sz="1200">
                <a:solidFill>
                  <a:srgbClr val="FF0000"/>
                </a:solidFill>
                <a:latin typeface="Calibri" panose="020F0502020204030204" pitchFamily="34" charset="0"/>
              </a:rPr>
              <a:t> A missing patch can be recovered from neighboring pathces with little high-level understadning of parts, objects, and scenes : Interpolation, Inpainting…</a:t>
            </a:r>
          </a:p>
          <a:p>
            <a:pPr lvl="1"/>
            <a:endParaRPr lang="en-US" altLang="ko-KR" sz="1400" i="1">
              <a:latin typeface="Calibri" panose="020F0502020204030204" pitchFamily="34" charset="0"/>
            </a:endParaRPr>
          </a:p>
        </p:txBody>
      </p:sp>
      <p:sp>
        <p:nvSpPr>
          <p:cNvPr id="9" name="TextBox 8">
            <a:extLst>
              <a:ext uri="{FF2B5EF4-FFF2-40B4-BE49-F238E27FC236}">
                <a16:creationId xmlns:a16="http://schemas.microsoft.com/office/drawing/2014/main" id="{11932515-A07D-43CF-8879-1D2F43D9E7EF}"/>
              </a:ext>
            </a:extLst>
          </p:cNvPr>
          <p:cNvSpPr txBox="1"/>
          <p:nvPr/>
        </p:nvSpPr>
        <p:spPr>
          <a:xfrm>
            <a:off x="6420556" y="87868"/>
            <a:ext cx="2628956" cy="369332"/>
          </a:xfrm>
          <a:prstGeom prst="rect">
            <a:avLst/>
          </a:prstGeom>
          <a:noFill/>
        </p:spPr>
        <p:txBody>
          <a:bodyPr wrap="squar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prstClr val="black"/>
                </a:solidFill>
                <a:effectLst/>
                <a:uLnTx/>
                <a:uFillTx/>
                <a:latin typeface="Times New Roman"/>
                <a:ea typeface="맑은 고딕"/>
                <a:cs typeface="+mn-cs"/>
              </a:rPr>
              <a:t>김성수</a:t>
            </a:r>
          </a:p>
        </p:txBody>
      </p:sp>
      <p:sp>
        <p:nvSpPr>
          <p:cNvPr id="13" name="TextBox 12">
            <a:extLst>
              <a:ext uri="{FF2B5EF4-FFF2-40B4-BE49-F238E27FC236}">
                <a16:creationId xmlns:a16="http://schemas.microsoft.com/office/drawing/2014/main" id="{1BCECE76-907A-4247-AC83-70B30F26E886}"/>
              </a:ext>
            </a:extLst>
          </p:cNvPr>
          <p:cNvSpPr txBox="1"/>
          <p:nvPr/>
        </p:nvSpPr>
        <p:spPr>
          <a:xfrm>
            <a:off x="3635896" y="112228"/>
            <a:ext cx="4573978" cy="577081"/>
          </a:xfrm>
          <a:prstGeom prst="rect">
            <a:avLst/>
          </a:prstGeom>
          <a:noFill/>
        </p:spPr>
        <p:txBody>
          <a:bodyPr wrap="square">
            <a:spAutoFit/>
          </a:bodyPr>
          <a:lstStyle/>
          <a:p>
            <a:pPr lvl="1"/>
            <a:r>
              <a:rPr lang="en-US" altLang="ko-KR" sz="1000">
                <a:latin typeface="Calibri" panose="020F0502020204030204" pitchFamily="34" charset="0"/>
              </a:rPr>
              <a:t>[9]</a:t>
            </a:r>
            <a:r>
              <a:rPr lang="en-US" altLang="ko-KR" sz="1000">
                <a:solidFill>
                  <a:srgbClr val="FF0000"/>
                </a:solidFill>
                <a:latin typeface="Calibri" panose="020F0502020204030204" pitchFamily="34" charset="0"/>
              </a:rPr>
              <a:t>  </a:t>
            </a:r>
            <a:r>
              <a:rPr lang="en-US" altLang="ko-KR" sz="1050">
                <a:latin typeface="Calibri" panose="020F0502020204030204" pitchFamily="34" charset="0"/>
              </a:rPr>
              <a:t>K. He, X. Chen, S. Xie, Y. Li, P. Dollár, and R. Girshick, "Masked Autoencoders Are Scalable Vision Learners," </a:t>
            </a:r>
            <a:r>
              <a:rPr lang="en-US" altLang="ko-KR" sz="1050" i="1">
                <a:latin typeface="Calibri" panose="020F0502020204030204" pitchFamily="34" charset="0"/>
              </a:rPr>
              <a:t>arXiv preprint arXiv:2111.06377, 2</a:t>
            </a:r>
          </a:p>
        </p:txBody>
      </p:sp>
    </p:spTree>
    <p:extLst>
      <p:ext uri="{BB962C8B-B14F-4D97-AF65-F5344CB8AC3E}">
        <p14:creationId xmlns:p14="http://schemas.microsoft.com/office/powerpoint/2010/main" val="4444283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F6AF8C84-D71B-418C-8105-F46100185E82}"/>
              </a:ext>
            </a:extLst>
          </p:cNvPr>
          <p:cNvSpPr>
            <a:spLocks noGrp="1"/>
          </p:cNvSpPr>
          <p:nvPr>
            <p:ph type="title"/>
          </p:nvPr>
        </p:nvSpPr>
        <p:spPr>
          <a:xfrm>
            <a:off x="228600" y="327671"/>
            <a:ext cx="8686800" cy="838200"/>
          </a:xfrm>
        </p:spPr>
        <p:txBody>
          <a:bodyPr/>
          <a:lstStyle/>
          <a:p>
            <a:r>
              <a:rPr lang="en-US" altLang="ko-KR"/>
              <a:t>MAE[9]</a:t>
            </a:r>
            <a:endParaRPr lang="ko-KR" altLang="en-US" dirty="0"/>
          </a:p>
        </p:txBody>
      </p:sp>
      <p:sp>
        <p:nvSpPr>
          <p:cNvPr id="69" name="내용 개체 틀 68">
            <a:extLst>
              <a:ext uri="{FF2B5EF4-FFF2-40B4-BE49-F238E27FC236}">
                <a16:creationId xmlns:a16="http://schemas.microsoft.com/office/drawing/2014/main" id="{56656ED1-D8C9-409D-9371-34A8CF7BDB34}"/>
              </a:ext>
            </a:extLst>
          </p:cNvPr>
          <p:cNvSpPr>
            <a:spLocks noGrp="1"/>
          </p:cNvSpPr>
          <p:nvPr>
            <p:ph idx="1"/>
          </p:nvPr>
        </p:nvSpPr>
        <p:spPr>
          <a:xfrm>
            <a:off x="207672" y="1165871"/>
            <a:ext cx="8686800" cy="5238224"/>
          </a:xfrm>
        </p:spPr>
        <p:txBody>
          <a:bodyPr/>
          <a:lstStyle/>
          <a:p>
            <a:pPr marR="0"/>
            <a:r>
              <a:rPr lang="en-US" altLang="ko-KR" sz="1800">
                <a:latin typeface="Calibri" panose="020F0502020204030204" pitchFamily="34" charset="0"/>
              </a:rPr>
              <a:t>Decoders (Mapping the latent representation back to the input)</a:t>
            </a:r>
          </a:p>
          <a:p>
            <a:pPr lvl="1"/>
            <a:r>
              <a:rPr lang="en-US" altLang="ko-KR" sz="1400">
                <a:latin typeface="Calibri" panose="020F0502020204030204" pitchFamily="34" charset="0"/>
              </a:rPr>
              <a:t>Plays a different role between reconstructing text and images</a:t>
            </a:r>
          </a:p>
          <a:p>
            <a:pPr lvl="1"/>
            <a:r>
              <a:rPr lang="en-US" altLang="ko-KR" sz="1400">
                <a:latin typeface="Calibri" panose="020F0502020204030204" pitchFamily="34" charset="0"/>
              </a:rPr>
              <a:t>Vision</a:t>
            </a:r>
          </a:p>
          <a:p>
            <a:pPr lvl="2"/>
            <a:r>
              <a:rPr lang="en-US" altLang="ko-KR" sz="1400">
                <a:latin typeface="Calibri" panose="020F0502020204030204" pitchFamily="34" charset="0"/>
              </a:rPr>
              <a:t>Decoder reconstruct pixels</a:t>
            </a:r>
          </a:p>
          <a:p>
            <a:pPr lvl="2"/>
            <a:r>
              <a:rPr lang="en-US" altLang="ko-KR" sz="1400">
                <a:latin typeface="Calibri" panose="020F0502020204030204" pitchFamily="34" charset="0"/>
              </a:rPr>
              <a:t>Output is of a </a:t>
            </a:r>
            <a:r>
              <a:rPr lang="en-US" altLang="ko-KR" sz="1400">
                <a:solidFill>
                  <a:srgbClr val="FF0000"/>
                </a:solidFill>
                <a:latin typeface="Calibri" panose="020F0502020204030204" pitchFamily="34" charset="0"/>
              </a:rPr>
              <a:t>lower semantic level</a:t>
            </a:r>
            <a:r>
              <a:rPr lang="en-US" altLang="ko-KR" sz="1400">
                <a:latin typeface="Calibri" panose="020F0502020204030204" pitchFamily="34" charset="0"/>
              </a:rPr>
              <a:t> than common recognition tasks</a:t>
            </a:r>
          </a:p>
          <a:p>
            <a:pPr lvl="1"/>
            <a:r>
              <a:rPr lang="en-US" altLang="ko-KR" sz="1600">
                <a:latin typeface="Calibri" panose="020F0502020204030204" pitchFamily="34" charset="0"/>
              </a:rPr>
              <a:t>Language</a:t>
            </a:r>
          </a:p>
          <a:p>
            <a:pPr lvl="2"/>
            <a:r>
              <a:rPr lang="en-US" altLang="ko-KR" sz="1400">
                <a:latin typeface="Calibri" panose="020F0502020204030204" pitchFamily="34" charset="0"/>
              </a:rPr>
              <a:t>Decoder predicts missing words that contain </a:t>
            </a:r>
            <a:r>
              <a:rPr lang="en-US" altLang="ko-KR" sz="1400">
                <a:solidFill>
                  <a:srgbClr val="FF0000"/>
                </a:solidFill>
                <a:latin typeface="Calibri" panose="020F0502020204030204" pitchFamily="34" charset="0"/>
              </a:rPr>
              <a:t>rich semantic information</a:t>
            </a:r>
          </a:p>
          <a:p>
            <a:r>
              <a:rPr lang="en-US" altLang="ko-KR" sz="2000">
                <a:latin typeface="Calibri" panose="020F0502020204030204" pitchFamily="34" charset="0"/>
              </a:rPr>
              <a:t>MASK in language and Image</a:t>
            </a:r>
          </a:p>
          <a:p>
            <a:endParaRPr lang="en-US" altLang="ko-KR" sz="2000">
              <a:latin typeface="Calibri" panose="020F0502020204030204" pitchFamily="34" charset="0"/>
            </a:endParaRPr>
          </a:p>
          <a:p>
            <a:pPr marL="0" marR="0" indent="0">
              <a:buNone/>
            </a:pPr>
            <a:endParaRPr lang="en-US" altLang="ko-KR" sz="1800">
              <a:latin typeface="Calibri" panose="020F0502020204030204" pitchFamily="34" charset="0"/>
            </a:endParaRPr>
          </a:p>
          <a:p>
            <a:pPr lvl="1"/>
            <a:endParaRPr lang="en-US" altLang="ko-KR" sz="1400" i="1">
              <a:latin typeface="Calibri" panose="020F0502020204030204" pitchFamily="34" charset="0"/>
            </a:endParaRPr>
          </a:p>
        </p:txBody>
      </p:sp>
      <p:sp>
        <p:nvSpPr>
          <p:cNvPr id="9" name="TextBox 8">
            <a:extLst>
              <a:ext uri="{FF2B5EF4-FFF2-40B4-BE49-F238E27FC236}">
                <a16:creationId xmlns:a16="http://schemas.microsoft.com/office/drawing/2014/main" id="{11932515-A07D-43CF-8879-1D2F43D9E7EF}"/>
              </a:ext>
            </a:extLst>
          </p:cNvPr>
          <p:cNvSpPr txBox="1"/>
          <p:nvPr/>
        </p:nvSpPr>
        <p:spPr>
          <a:xfrm>
            <a:off x="6420556" y="87868"/>
            <a:ext cx="2628956" cy="369332"/>
          </a:xfrm>
          <a:prstGeom prst="rect">
            <a:avLst/>
          </a:prstGeom>
          <a:noFill/>
        </p:spPr>
        <p:txBody>
          <a:bodyPr wrap="squar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prstClr val="black"/>
                </a:solidFill>
                <a:effectLst/>
                <a:uLnTx/>
                <a:uFillTx/>
                <a:latin typeface="Times New Roman"/>
                <a:ea typeface="맑은 고딕"/>
                <a:cs typeface="+mn-cs"/>
              </a:rPr>
              <a:t>김성수</a:t>
            </a:r>
          </a:p>
        </p:txBody>
      </p:sp>
      <p:sp>
        <p:nvSpPr>
          <p:cNvPr id="13" name="TextBox 12">
            <a:extLst>
              <a:ext uri="{FF2B5EF4-FFF2-40B4-BE49-F238E27FC236}">
                <a16:creationId xmlns:a16="http://schemas.microsoft.com/office/drawing/2014/main" id="{1BCECE76-907A-4247-AC83-70B30F26E886}"/>
              </a:ext>
            </a:extLst>
          </p:cNvPr>
          <p:cNvSpPr txBox="1"/>
          <p:nvPr/>
        </p:nvSpPr>
        <p:spPr>
          <a:xfrm>
            <a:off x="3635896" y="112228"/>
            <a:ext cx="4573978" cy="577081"/>
          </a:xfrm>
          <a:prstGeom prst="rect">
            <a:avLst/>
          </a:prstGeom>
          <a:noFill/>
        </p:spPr>
        <p:txBody>
          <a:bodyPr wrap="square">
            <a:spAutoFit/>
          </a:bodyPr>
          <a:lstStyle/>
          <a:p>
            <a:pPr lvl="1"/>
            <a:r>
              <a:rPr lang="en-US" altLang="ko-KR" sz="1000">
                <a:latin typeface="Calibri" panose="020F0502020204030204" pitchFamily="34" charset="0"/>
              </a:rPr>
              <a:t>[9]</a:t>
            </a:r>
            <a:r>
              <a:rPr lang="en-US" altLang="ko-KR" sz="1000">
                <a:solidFill>
                  <a:srgbClr val="FF0000"/>
                </a:solidFill>
                <a:latin typeface="Calibri" panose="020F0502020204030204" pitchFamily="34" charset="0"/>
              </a:rPr>
              <a:t>  </a:t>
            </a:r>
            <a:r>
              <a:rPr lang="en-US" altLang="ko-KR" sz="1050">
                <a:latin typeface="Calibri" panose="020F0502020204030204" pitchFamily="34" charset="0"/>
              </a:rPr>
              <a:t>K. He, X. Chen, S. Xie, Y. Li, P. Dollár, and R. Girshick, "Masked Autoencoders Are Scalable Vision Learners," </a:t>
            </a:r>
            <a:r>
              <a:rPr lang="en-US" altLang="ko-KR" sz="1050" i="1">
                <a:latin typeface="Calibri" panose="020F0502020204030204" pitchFamily="34" charset="0"/>
              </a:rPr>
              <a:t>arXiv preprint arXiv:2111.06377, 2</a:t>
            </a:r>
          </a:p>
        </p:txBody>
      </p:sp>
      <p:grpSp>
        <p:nvGrpSpPr>
          <p:cNvPr id="6" name="그룹 5">
            <a:extLst>
              <a:ext uri="{FF2B5EF4-FFF2-40B4-BE49-F238E27FC236}">
                <a16:creationId xmlns:a16="http://schemas.microsoft.com/office/drawing/2014/main" id="{C14CEEFD-DB75-4EC2-97C1-197A517EF1D7}"/>
              </a:ext>
            </a:extLst>
          </p:cNvPr>
          <p:cNvGrpSpPr/>
          <p:nvPr/>
        </p:nvGrpSpPr>
        <p:grpSpPr>
          <a:xfrm>
            <a:off x="1691680" y="3529772"/>
            <a:ext cx="5904656" cy="3240360"/>
            <a:chOff x="1115616" y="1858663"/>
            <a:chExt cx="6647656" cy="3493323"/>
          </a:xfrm>
        </p:grpSpPr>
        <p:pic>
          <p:nvPicPr>
            <p:cNvPr id="7" name="그림 6">
              <a:extLst>
                <a:ext uri="{FF2B5EF4-FFF2-40B4-BE49-F238E27FC236}">
                  <a16:creationId xmlns:a16="http://schemas.microsoft.com/office/drawing/2014/main" id="{2AE8C6B5-40C3-405F-A594-19644A373BC8}"/>
                </a:ext>
              </a:extLst>
            </p:cNvPr>
            <p:cNvPicPr>
              <a:picLocks noChangeAspect="1"/>
            </p:cNvPicPr>
            <p:nvPr/>
          </p:nvPicPr>
          <p:blipFill>
            <a:blip r:embed="rId3"/>
            <a:stretch>
              <a:fillRect/>
            </a:stretch>
          </p:blipFill>
          <p:spPr>
            <a:xfrm>
              <a:off x="1115616" y="1858663"/>
              <a:ext cx="6647656" cy="3493323"/>
            </a:xfrm>
            <a:prstGeom prst="rect">
              <a:avLst/>
            </a:prstGeom>
          </p:spPr>
        </p:pic>
        <p:pic>
          <p:nvPicPr>
            <p:cNvPr id="8" name="그림 7">
              <a:extLst>
                <a:ext uri="{FF2B5EF4-FFF2-40B4-BE49-F238E27FC236}">
                  <a16:creationId xmlns:a16="http://schemas.microsoft.com/office/drawing/2014/main" id="{1FD2314A-243C-45C1-BA32-4785DCA2328B}"/>
                </a:ext>
              </a:extLst>
            </p:cNvPr>
            <p:cNvPicPr>
              <a:picLocks noChangeAspect="1"/>
            </p:cNvPicPr>
            <p:nvPr/>
          </p:nvPicPr>
          <p:blipFill>
            <a:blip r:embed="rId4"/>
            <a:stretch>
              <a:fillRect/>
            </a:stretch>
          </p:blipFill>
          <p:spPr>
            <a:xfrm>
              <a:off x="1115616" y="4654697"/>
              <a:ext cx="1152128" cy="680351"/>
            </a:xfrm>
            <a:prstGeom prst="rect">
              <a:avLst/>
            </a:prstGeom>
          </p:spPr>
        </p:pic>
      </p:grpSp>
      <p:sp>
        <p:nvSpPr>
          <p:cNvPr id="3" name="직사각형 2">
            <a:extLst>
              <a:ext uri="{FF2B5EF4-FFF2-40B4-BE49-F238E27FC236}">
                <a16:creationId xmlns:a16="http://schemas.microsoft.com/office/drawing/2014/main" id="{01A01217-799B-4479-85A1-CD47A991C172}"/>
              </a:ext>
            </a:extLst>
          </p:cNvPr>
          <p:cNvSpPr/>
          <p:nvPr/>
        </p:nvSpPr>
        <p:spPr>
          <a:xfrm>
            <a:off x="3563888" y="3645024"/>
            <a:ext cx="576064" cy="3600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a:extLst>
              <a:ext uri="{FF2B5EF4-FFF2-40B4-BE49-F238E27FC236}">
                <a16:creationId xmlns:a16="http://schemas.microsoft.com/office/drawing/2014/main" id="{9D96A6D5-7920-424F-ACF5-EA378B2C4A06}"/>
              </a:ext>
            </a:extLst>
          </p:cNvPr>
          <p:cNvSpPr/>
          <p:nvPr/>
        </p:nvSpPr>
        <p:spPr>
          <a:xfrm>
            <a:off x="3347864" y="4221088"/>
            <a:ext cx="288032" cy="144016"/>
          </a:xfrm>
          <a:prstGeom prst="rect">
            <a:avLst/>
          </a:prstGeom>
          <a:solidFill>
            <a:srgbClr val="FF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직사각형 14">
            <a:extLst>
              <a:ext uri="{FF2B5EF4-FFF2-40B4-BE49-F238E27FC236}">
                <a16:creationId xmlns:a16="http://schemas.microsoft.com/office/drawing/2014/main" id="{B45BB029-0A40-4E84-A594-FC7AB4F8442F}"/>
              </a:ext>
            </a:extLst>
          </p:cNvPr>
          <p:cNvSpPr/>
          <p:nvPr/>
        </p:nvSpPr>
        <p:spPr>
          <a:xfrm>
            <a:off x="2915816" y="5025427"/>
            <a:ext cx="144016" cy="59757"/>
          </a:xfrm>
          <a:prstGeom prst="rect">
            <a:avLst/>
          </a:prstGeom>
          <a:solidFill>
            <a:srgbClr val="FF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495464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15"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F6AF8C84-D71B-418C-8105-F46100185E82}"/>
              </a:ext>
            </a:extLst>
          </p:cNvPr>
          <p:cNvSpPr>
            <a:spLocks noGrp="1"/>
          </p:cNvSpPr>
          <p:nvPr>
            <p:ph type="title"/>
          </p:nvPr>
        </p:nvSpPr>
        <p:spPr>
          <a:xfrm>
            <a:off x="228600" y="327671"/>
            <a:ext cx="8686800" cy="838200"/>
          </a:xfrm>
        </p:spPr>
        <p:txBody>
          <a:bodyPr/>
          <a:lstStyle/>
          <a:p>
            <a:r>
              <a:rPr lang="en-US" altLang="ko-KR"/>
              <a:t>MAE[9]</a:t>
            </a:r>
            <a:endParaRPr lang="ko-KR" altLang="en-US" dirty="0"/>
          </a:p>
        </p:txBody>
      </p:sp>
      <p:sp>
        <p:nvSpPr>
          <p:cNvPr id="69" name="내용 개체 틀 68">
            <a:extLst>
              <a:ext uri="{FF2B5EF4-FFF2-40B4-BE49-F238E27FC236}">
                <a16:creationId xmlns:a16="http://schemas.microsoft.com/office/drawing/2014/main" id="{56656ED1-D8C9-409D-9371-34A8CF7BDB34}"/>
              </a:ext>
            </a:extLst>
          </p:cNvPr>
          <p:cNvSpPr>
            <a:spLocks noGrp="1"/>
          </p:cNvSpPr>
          <p:nvPr>
            <p:ph idx="1"/>
          </p:nvPr>
        </p:nvSpPr>
        <p:spPr>
          <a:xfrm>
            <a:off x="362712" y="1165871"/>
            <a:ext cx="8686800" cy="5238224"/>
          </a:xfrm>
        </p:spPr>
        <p:txBody>
          <a:bodyPr/>
          <a:lstStyle/>
          <a:p>
            <a:r>
              <a:rPr lang="en-US" altLang="ko-KR" sz="1800">
                <a:latin typeface="Calibri" panose="020F0502020204030204" pitchFamily="34" charset="0"/>
              </a:rPr>
              <a:t>Architecture</a:t>
            </a:r>
          </a:p>
        </p:txBody>
      </p:sp>
      <p:sp>
        <p:nvSpPr>
          <p:cNvPr id="9" name="TextBox 8">
            <a:extLst>
              <a:ext uri="{FF2B5EF4-FFF2-40B4-BE49-F238E27FC236}">
                <a16:creationId xmlns:a16="http://schemas.microsoft.com/office/drawing/2014/main" id="{11932515-A07D-43CF-8879-1D2F43D9E7EF}"/>
              </a:ext>
            </a:extLst>
          </p:cNvPr>
          <p:cNvSpPr txBox="1"/>
          <p:nvPr/>
        </p:nvSpPr>
        <p:spPr>
          <a:xfrm>
            <a:off x="6420556" y="87868"/>
            <a:ext cx="2628956" cy="369332"/>
          </a:xfrm>
          <a:prstGeom prst="rect">
            <a:avLst/>
          </a:prstGeom>
          <a:noFill/>
        </p:spPr>
        <p:txBody>
          <a:bodyPr wrap="squar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prstClr val="black"/>
                </a:solidFill>
                <a:effectLst/>
                <a:uLnTx/>
                <a:uFillTx/>
                <a:latin typeface="Times New Roman"/>
                <a:ea typeface="맑은 고딕"/>
                <a:cs typeface="+mn-cs"/>
              </a:rPr>
              <a:t>김성수</a:t>
            </a:r>
          </a:p>
        </p:txBody>
      </p:sp>
      <p:sp>
        <p:nvSpPr>
          <p:cNvPr id="13" name="TextBox 12">
            <a:extLst>
              <a:ext uri="{FF2B5EF4-FFF2-40B4-BE49-F238E27FC236}">
                <a16:creationId xmlns:a16="http://schemas.microsoft.com/office/drawing/2014/main" id="{1BCECE76-907A-4247-AC83-70B30F26E886}"/>
              </a:ext>
            </a:extLst>
          </p:cNvPr>
          <p:cNvSpPr txBox="1"/>
          <p:nvPr/>
        </p:nvSpPr>
        <p:spPr>
          <a:xfrm>
            <a:off x="3635896" y="112228"/>
            <a:ext cx="4573978" cy="577081"/>
          </a:xfrm>
          <a:prstGeom prst="rect">
            <a:avLst/>
          </a:prstGeom>
          <a:noFill/>
        </p:spPr>
        <p:txBody>
          <a:bodyPr wrap="square">
            <a:spAutoFit/>
          </a:bodyPr>
          <a:lstStyle/>
          <a:p>
            <a:pPr lvl="1"/>
            <a:r>
              <a:rPr lang="en-US" altLang="ko-KR" sz="1000">
                <a:latin typeface="Calibri" panose="020F0502020204030204" pitchFamily="34" charset="0"/>
              </a:rPr>
              <a:t>[9]</a:t>
            </a:r>
            <a:r>
              <a:rPr lang="en-US" altLang="ko-KR" sz="1000">
                <a:solidFill>
                  <a:srgbClr val="FF0000"/>
                </a:solidFill>
                <a:latin typeface="Calibri" panose="020F0502020204030204" pitchFamily="34" charset="0"/>
              </a:rPr>
              <a:t>  </a:t>
            </a:r>
            <a:r>
              <a:rPr lang="en-US" altLang="ko-KR" sz="1050">
                <a:latin typeface="Calibri" panose="020F0502020204030204" pitchFamily="34" charset="0"/>
              </a:rPr>
              <a:t>K. He, X. Chen, S. Xie, Y. Li, P. Dollár, and R. Girshick, "Masked Autoencoders Are Scalable Vision Learners," </a:t>
            </a:r>
            <a:r>
              <a:rPr lang="en-US" altLang="ko-KR" sz="1050" i="1">
                <a:latin typeface="Calibri" panose="020F0502020204030204" pitchFamily="34" charset="0"/>
              </a:rPr>
              <a:t>arXiv preprint arXiv:2111.06377, 2</a:t>
            </a:r>
          </a:p>
        </p:txBody>
      </p:sp>
      <p:pic>
        <p:nvPicPr>
          <p:cNvPr id="11" name="그림 10">
            <a:extLst>
              <a:ext uri="{FF2B5EF4-FFF2-40B4-BE49-F238E27FC236}">
                <a16:creationId xmlns:a16="http://schemas.microsoft.com/office/drawing/2014/main" id="{F5095425-0083-4667-B639-2A8CB6433953}"/>
              </a:ext>
            </a:extLst>
          </p:cNvPr>
          <p:cNvPicPr>
            <a:picLocks noChangeAspect="1"/>
          </p:cNvPicPr>
          <p:nvPr/>
        </p:nvPicPr>
        <p:blipFill>
          <a:blip r:embed="rId3"/>
          <a:stretch>
            <a:fillRect/>
          </a:stretch>
        </p:blipFill>
        <p:spPr>
          <a:xfrm>
            <a:off x="899592" y="1844824"/>
            <a:ext cx="7452320" cy="4207456"/>
          </a:xfrm>
          <a:prstGeom prst="rect">
            <a:avLst/>
          </a:prstGeom>
        </p:spPr>
      </p:pic>
    </p:spTree>
    <p:extLst>
      <p:ext uri="{BB962C8B-B14F-4D97-AF65-F5344CB8AC3E}">
        <p14:creationId xmlns:p14="http://schemas.microsoft.com/office/powerpoint/2010/main" val="12570502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F6AF8C84-D71B-418C-8105-F46100185E82}"/>
              </a:ext>
            </a:extLst>
          </p:cNvPr>
          <p:cNvSpPr>
            <a:spLocks noGrp="1"/>
          </p:cNvSpPr>
          <p:nvPr>
            <p:ph type="title"/>
          </p:nvPr>
        </p:nvSpPr>
        <p:spPr>
          <a:xfrm>
            <a:off x="228600" y="327671"/>
            <a:ext cx="8686800" cy="838200"/>
          </a:xfrm>
        </p:spPr>
        <p:txBody>
          <a:bodyPr/>
          <a:lstStyle/>
          <a:p>
            <a:r>
              <a:rPr lang="en-US" altLang="ko-KR"/>
              <a:t>MAE[9]</a:t>
            </a:r>
            <a:endParaRPr lang="ko-KR" altLang="en-US" dirty="0"/>
          </a:p>
        </p:txBody>
      </p:sp>
      <p:sp>
        <p:nvSpPr>
          <p:cNvPr id="69" name="내용 개체 틀 68">
            <a:extLst>
              <a:ext uri="{FF2B5EF4-FFF2-40B4-BE49-F238E27FC236}">
                <a16:creationId xmlns:a16="http://schemas.microsoft.com/office/drawing/2014/main" id="{56656ED1-D8C9-409D-9371-34A8CF7BDB34}"/>
              </a:ext>
            </a:extLst>
          </p:cNvPr>
          <p:cNvSpPr>
            <a:spLocks noGrp="1"/>
          </p:cNvSpPr>
          <p:nvPr>
            <p:ph idx="1"/>
          </p:nvPr>
        </p:nvSpPr>
        <p:spPr>
          <a:xfrm>
            <a:off x="362712" y="1165871"/>
            <a:ext cx="8686800" cy="5238224"/>
          </a:xfrm>
        </p:spPr>
        <p:txBody>
          <a:bodyPr/>
          <a:lstStyle/>
          <a:p>
            <a:r>
              <a:rPr lang="en-US" altLang="ko-KR" sz="1800">
                <a:latin typeface="Calibri" panose="020F0502020204030204" pitchFamily="34" charset="0"/>
              </a:rPr>
              <a:t>Architecture</a:t>
            </a:r>
          </a:p>
        </p:txBody>
      </p:sp>
      <p:sp>
        <p:nvSpPr>
          <p:cNvPr id="9" name="TextBox 8">
            <a:extLst>
              <a:ext uri="{FF2B5EF4-FFF2-40B4-BE49-F238E27FC236}">
                <a16:creationId xmlns:a16="http://schemas.microsoft.com/office/drawing/2014/main" id="{11932515-A07D-43CF-8879-1D2F43D9E7EF}"/>
              </a:ext>
            </a:extLst>
          </p:cNvPr>
          <p:cNvSpPr txBox="1"/>
          <p:nvPr/>
        </p:nvSpPr>
        <p:spPr>
          <a:xfrm>
            <a:off x="6420556" y="87868"/>
            <a:ext cx="2628956" cy="369332"/>
          </a:xfrm>
          <a:prstGeom prst="rect">
            <a:avLst/>
          </a:prstGeom>
          <a:noFill/>
        </p:spPr>
        <p:txBody>
          <a:bodyPr wrap="squar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prstClr val="black"/>
                </a:solidFill>
                <a:effectLst/>
                <a:uLnTx/>
                <a:uFillTx/>
                <a:latin typeface="Times New Roman"/>
                <a:ea typeface="맑은 고딕"/>
                <a:cs typeface="+mn-cs"/>
              </a:rPr>
              <a:t>김성수</a:t>
            </a:r>
          </a:p>
        </p:txBody>
      </p:sp>
      <p:sp>
        <p:nvSpPr>
          <p:cNvPr id="13" name="TextBox 12">
            <a:extLst>
              <a:ext uri="{FF2B5EF4-FFF2-40B4-BE49-F238E27FC236}">
                <a16:creationId xmlns:a16="http://schemas.microsoft.com/office/drawing/2014/main" id="{1BCECE76-907A-4247-AC83-70B30F26E886}"/>
              </a:ext>
            </a:extLst>
          </p:cNvPr>
          <p:cNvSpPr txBox="1"/>
          <p:nvPr/>
        </p:nvSpPr>
        <p:spPr>
          <a:xfrm>
            <a:off x="3635896" y="112228"/>
            <a:ext cx="4573978" cy="577081"/>
          </a:xfrm>
          <a:prstGeom prst="rect">
            <a:avLst/>
          </a:prstGeom>
          <a:noFill/>
        </p:spPr>
        <p:txBody>
          <a:bodyPr wrap="square">
            <a:spAutoFit/>
          </a:bodyPr>
          <a:lstStyle/>
          <a:p>
            <a:pPr lvl="1"/>
            <a:r>
              <a:rPr lang="en-US" altLang="ko-KR" sz="1000">
                <a:latin typeface="Calibri" panose="020F0502020204030204" pitchFamily="34" charset="0"/>
              </a:rPr>
              <a:t>[9]</a:t>
            </a:r>
            <a:r>
              <a:rPr lang="en-US" altLang="ko-KR" sz="1000">
                <a:solidFill>
                  <a:srgbClr val="FF0000"/>
                </a:solidFill>
                <a:latin typeface="Calibri" panose="020F0502020204030204" pitchFamily="34" charset="0"/>
              </a:rPr>
              <a:t>  </a:t>
            </a:r>
            <a:r>
              <a:rPr lang="en-US" altLang="ko-KR" sz="1050">
                <a:latin typeface="Calibri" panose="020F0502020204030204" pitchFamily="34" charset="0"/>
              </a:rPr>
              <a:t>K. He, X. Chen, S. Xie, Y. Li, P. Dollár, and R. Girshick, "Masked Autoencoders Are Scalable Vision Learners," </a:t>
            </a:r>
            <a:r>
              <a:rPr lang="en-US" altLang="ko-KR" sz="1050" i="1">
                <a:latin typeface="Calibri" panose="020F0502020204030204" pitchFamily="34" charset="0"/>
              </a:rPr>
              <a:t>arXiv preprint arXiv:2111.06377, 2</a:t>
            </a:r>
          </a:p>
        </p:txBody>
      </p:sp>
      <p:pic>
        <p:nvPicPr>
          <p:cNvPr id="3" name="그림 2">
            <a:extLst>
              <a:ext uri="{FF2B5EF4-FFF2-40B4-BE49-F238E27FC236}">
                <a16:creationId xmlns:a16="http://schemas.microsoft.com/office/drawing/2014/main" id="{A735B216-A35F-406C-857B-5EFB25E6AC9B}"/>
              </a:ext>
            </a:extLst>
          </p:cNvPr>
          <p:cNvPicPr>
            <a:picLocks noChangeAspect="1"/>
          </p:cNvPicPr>
          <p:nvPr/>
        </p:nvPicPr>
        <p:blipFill>
          <a:blip r:embed="rId3"/>
          <a:stretch>
            <a:fillRect/>
          </a:stretch>
        </p:blipFill>
        <p:spPr>
          <a:xfrm>
            <a:off x="815008" y="2276872"/>
            <a:ext cx="7966280" cy="3263700"/>
          </a:xfrm>
          <a:prstGeom prst="rect">
            <a:avLst/>
          </a:prstGeom>
        </p:spPr>
      </p:pic>
    </p:spTree>
    <p:extLst>
      <p:ext uri="{BB962C8B-B14F-4D97-AF65-F5344CB8AC3E}">
        <p14:creationId xmlns:p14="http://schemas.microsoft.com/office/powerpoint/2010/main" val="222763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F6AF8C84-D71B-418C-8105-F46100185E82}"/>
              </a:ext>
            </a:extLst>
          </p:cNvPr>
          <p:cNvSpPr>
            <a:spLocks noGrp="1"/>
          </p:cNvSpPr>
          <p:nvPr>
            <p:ph type="title"/>
          </p:nvPr>
        </p:nvSpPr>
        <p:spPr>
          <a:xfrm>
            <a:off x="228600" y="327671"/>
            <a:ext cx="8686800" cy="838200"/>
          </a:xfrm>
        </p:spPr>
        <p:txBody>
          <a:bodyPr/>
          <a:lstStyle/>
          <a:p>
            <a:r>
              <a:rPr lang="en-US" altLang="ko-KR"/>
              <a:t>MAE[9]</a:t>
            </a:r>
            <a:endParaRPr lang="ko-KR" altLang="en-US" dirty="0"/>
          </a:p>
        </p:txBody>
      </p:sp>
      <p:sp>
        <p:nvSpPr>
          <p:cNvPr id="69" name="내용 개체 틀 68">
            <a:extLst>
              <a:ext uri="{FF2B5EF4-FFF2-40B4-BE49-F238E27FC236}">
                <a16:creationId xmlns:a16="http://schemas.microsoft.com/office/drawing/2014/main" id="{56656ED1-D8C9-409D-9371-34A8CF7BDB34}"/>
              </a:ext>
            </a:extLst>
          </p:cNvPr>
          <p:cNvSpPr>
            <a:spLocks noGrp="1"/>
          </p:cNvSpPr>
          <p:nvPr>
            <p:ph idx="1"/>
          </p:nvPr>
        </p:nvSpPr>
        <p:spPr>
          <a:xfrm>
            <a:off x="362712" y="1165871"/>
            <a:ext cx="8686800" cy="5238224"/>
          </a:xfrm>
        </p:spPr>
        <p:txBody>
          <a:bodyPr/>
          <a:lstStyle/>
          <a:p>
            <a:r>
              <a:rPr lang="en-US" altLang="ko-KR" sz="1800">
                <a:latin typeface="Calibri" panose="020F0502020204030204" pitchFamily="34" charset="0"/>
              </a:rPr>
              <a:t>Result</a:t>
            </a:r>
          </a:p>
        </p:txBody>
      </p:sp>
      <p:sp>
        <p:nvSpPr>
          <p:cNvPr id="9" name="TextBox 8">
            <a:extLst>
              <a:ext uri="{FF2B5EF4-FFF2-40B4-BE49-F238E27FC236}">
                <a16:creationId xmlns:a16="http://schemas.microsoft.com/office/drawing/2014/main" id="{11932515-A07D-43CF-8879-1D2F43D9E7EF}"/>
              </a:ext>
            </a:extLst>
          </p:cNvPr>
          <p:cNvSpPr txBox="1"/>
          <p:nvPr/>
        </p:nvSpPr>
        <p:spPr>
          <a:xfrm>
            <a:off x="6420556" y="87868"/>
            <a:ext cx="2628956" cy="369332"/>
          </a:xfrm>
          <a:prstGeom prst="rect">
            <a:avLst/>
          </a:prstGeom>
          <a:noFill/>
        </p:spPr>
        <p:txBody>
          <a:bodyPr wrap="squar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prstClr val="black"/>
                </a:solidFill>
                <a:effectLst/>
                <a:uLnTx/>
                <a:uFillTx/>
                <a:latin typeface="Times New Roman"/>
                <a:ea typeface="맑은 고딕"/>
                <a:cs typeface="+mn-cs"/>
              </a:rPr>
              <a:t>김성수</a:t>
            </a:r>
          </a:p>
        </p:txBody>
      </p:sp>
      <p:sp>
        <p:nvSpPr>
          <p:cNvPr id="13" name="TextBox 12">
            <a:extLst>
              <a:ext uri="{FF2B5EF4-FFF2-40B4-BE49-F238E27FC236}">
                <a16:creationId xmlns:a16="http://schemas.microsoft.com/office/drawing/2014/main" id="{1BCECE76-907A-4247-AC83-70B30F26E886}"/>
              </a:ext>
            </a:extLst>
          </p:cNvPr>
          <p:cNvSpPr txBox="1"/>
          <p:nvPr/>
        </p:nvSpPr>
        <p:spPr>
          <a:xfrm>
            <a:off x="3635896" y="112228"/>
            <a:ext cx="4573978" cy="577081"/>
          </a:xfrm>
          <a:prstGeom prst="rect">
            <a:avLst/>
          </a:prstGeom>
          <a:noFill/>
        </p:spPr>
        <p:txBody>
          <a:bodyPr wrap="square">
            <a:spAutoFit/>
          </a:bodyPr>
          <a:lstStyle/>
          <a:p>
            <a:pPr lvl="1"/>
            <a:r>
              <a:rPr lang="en-US" altLang="ko-KR" sz="1000">
                <a:latin typeface="Calibri" panose="020F0502020204030204" pitchFamily="34" charset="0"/>
              </a:rPr>
              <a:t>[9]</a:t>
            </a:r>
            <a:r>
              <a:rPr lang="en-US" altLang="ko-KR" sz="1000">
                <a:solidFill>
                  <a:srgbClr val="FF0000"/>
                </a:solidFill>
                <a:latin typeface="Calibri" panose="020F0502020204030204" pitchFamily="34" charset="0"/>
              </a:rPr>
              <a:t>  </a:t>
            </a:r>
            <a:r>
              <a:rPr lang="en-US" altLang="ko-KR" sz="1050">
                <a:latin typeface="Calibri" panose="020F0502020204030204" pitchFamily="34" charset="0"/>
              </a:rPr>
              <a:t>K. He, X. Chen, S. Xie, Y. Li, P. Dollár, and R. Girshick, "Masked Autoencoders Are Scalable Vision Learners," </a:t>
            </a:r>
            <a:r>
              <a:rPr lang="en-US" altLang="ko-KR" sz="1050" i="1">
                <a:latin typeface="Calibri" panose="020F0502020204030204" pitchFamily="34" charset="0"/>
              </a:rPr>
              <a:t>arXiv preprint arXiv:2111.06377, 2</a:t>
            </a:r>
          </a:p>
        </p:txBody>
      </p:sp>
      <p:pic>
        <p:nvPicPr>
          <p:cNvPr id="4" name="그림 3">
            <a:extLst>
              <a:ext uri="{FF2B5EF4-FFF2-40B4-BE49-F238E27FC236}">
                <a16:creationId xmlns:a16="http://schemas.microsoft.com/office/drawing/2014/main" id="{96089C43-C042-4C70-A744-4D3E807FFD3C}"/>
              </a:ext>
            </a:extLst>
          </p:cNvPr>
          <p:cNvPicPr>
            <a:picLocks noChangeAspect="1"/>
          </p:cNvPicPr>
          <p:nvPr/>
        </p:nvPicPr>
        <p:blipFill>
          <a:blip r:embed="rId3"/>
          <a:stretch>
            <a:fillRect/>
          </a:stretch>
        </p:blipFill>
        <p:spPr>
          <a:xfrm>
            <a:off x="419578" y="1916832"/>
            <a:ext cx="8573068" cy="3493170"/>
          </a:xfrm>
          <a:prstGeom prst="rect">
            <a:avLst/>
          </a:prstGeom>
        </p:spPr>
      </p:pic>
    </p:spTree>
    <p:extLst>
      <p:ext uri="{BB962C8B-B14F-4D97-AF65-F5344CB8AC3E}">
        <p14:creationId xmlns:p14="http://schemas.microsoft.com/office/powerpoint/2010/main" val="11224738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F6AF8C84-D71B-418C-8105-F46100185E82}"/>
              </a:ext>
            </a:extLst>
          </p:cNvPr>
          <p:cNvSpPr>
            <a:spLocks noGrp="1"/>
          </p:cNvSpPr>
          <p:nvPr>
            <p:ph type="title"/>
          </p:nvPr>
        </p:nvSpPr>
        <p:spPr>
          <a:xfrm>
            <a:off x="228600" y="327671"/>
            <a:ext cx="8686800" cy="838200"/>
          </a:xfrm>
        </p:spPr>
        <p:txBody>
          <a:bodyPr/>
          <a:lstStyle/>
          <a:p>
            <a:r>
              <a:rPr lang="en-US" altLang="ko-KR"/>
              <a:t>MAE[9]</a:t>
            </a:r>
            <a:endParaRPr lang="ko-KR" altLang="en-US" dirty="0"/>
          </a:p>
        </p:txBody>
      </p:sp>
      <p:sp>
        <p:nvSpPr>
          <p:cNvPr id="69" name="내용 개체 틀 68">
            <a:extLst>
              <a:ext uri="{FF2B5EF4-FFF2-40B4-BE49-F238E27FC236}">
                <a16:creationId xmlns:a16="http://schemas.microsoft.com/office/drawing/2014/main" id="{56656ED1-D8C9-409D-9371-34A8CF7BDB34}"/>
              </a:ext>
            </a:extLst>
          </p:cNvPr>
          <p:cNvSpPr>
            <a:spLocks noGrp="1"/>
          </p:cNvSpPr>
          <p:nvPr>
            <p:ph idx="1"/>
          </p:nvPr>
        </p:nvSpPr>
        <p:spPr>
          <a:xfrm>
            <a:off x="362712" y="1165871"/>
            <a:ext cx="8686800" cy="5238224"/>
          </a:xfrm>
        </p:spPr>
        <p:txBody>
          <a:bodyPr/>
          <a:lstStyle/>
          <a:p>
            <a:r>
              <a:rPr lang="en-US" altLang="ko-KR" sz="1800">
                <a:latin typeface="Calibri" panose="020F0502020204030204" pitchFamily="34" charset="0"/>
              </a:rPr>
              <a:t>Result</a:t>
            </a:r>
          </a:p>
        </p:txBody>
      </p:sp>
      <p:sp>
        <p:nvSpPr>
          <p:cNvPr id="9" name="TextBox 8">
            <a:extLst>
              <a:ext uri="{FF2B5EF4-FFF2-40B4-BE49-F238E27FC236}">
                <a16:creationId xmlns:a16="http://schemas.microsoft.com/office/drawing/2014/main" id="{11932515-A07D-43CF-8879-1D2F43D9E7EF}"/>
              </a:ext>
            </a:extLst>
          </p:cNvPr>
          <p:cNvSpPr txBox="1"/>
          <p:nvPr/>
        </p:nvSpPr>
        <p:spPr>
          <a:xfrm>
            <a:off x="6420556" y="87868"/>
            <a:ext cx="2628956" cy="369332"/>
          </a:xfrm>
          <a:prstGeom prst="rect">
            <a:avLst/>
          </a:prstGeom>
          <a:noFill/>
        </p:spPr>
        <p:txBody>
          <a:bodyPr wrap="squar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prstClr val="black"/>
                </a:solidFill>
                <a:effectLst/>
                <a:uLnTx/>
                <a:uFillTx/>
                <a:latin typeface="Times New Roman"/>
                <a:ea typeface="맑은 고딕"/>
                <a:cs typeface="+mn-cs"/>
              </a:rPr>
              <a:t>김성수</a:t>
            </a:r>
          </a:p>
        </p:txBody>
      </p:sp>
      <p:sp>
        <p:nvSpPr>
          <p:cNvPr id="13" name="TextBox 12">
            <a:extLst>
              <a:ext uri="{FF2B5EF4-FFF2-40B4-BE49-F238E27FC236}">
                <a16:creationId xmlns:a16="http://schemas.microsoft.com/office/drawing/2014/main" id="{1BCECE76-907A-4247-AC83-70B30F26E886}"/>
              </a:ext>
            </a:extLst>
          </p:cNvPr>
          <p:cNvSpPr txBox="1"/>
          <p:nvPr/>
        </p:nvSpPr>
        <p:spPr>
          <a:xfrm>
            <a:off x="3635896" y="112228"/>
            <a:ext cx="4573978" cy="577081"/>
          </a:xfrm>
          <a:prstGeom prst="rect">
            <a:avLst/>
          </a:prstGeom>
          <a:noFill/>
        </p:spPr>
        <p:txBody>
          <a:bodyPr wrap="square">
            <a:spAutoFit/>
          </a:bodyPr>
          <a:lstStyle/>
          <a:p>
            <a:pPr lvl="1"/>
            <a:r>
              <a:rPr lang="en-US" altLang="ko-KR" sz="1000">
                <a:latin typeface="Calibri" panose="020F0502020204030204" pitchFamily="34" charset="0"/>
              </a:rPr>
              <a:t>[9]</a:t>
            </a:r>
            <a:r>
              <a:rPr lang="en-US" altLang="ko-KR" sz="1000">
                <a:solidFill>
                  <a:srgbClr val="FF0000"/>
                </a:solidFill>
                <a:latin typeface="Calibri" panose="020F0502020204030204" pitchFamily="34" charset="0"/>
              </a:rPr>
              <a:t>  </a:t>
            </a:r>
            <a:r>
              <a:rPr lang="en-US" altLang="ko-KR" sz="1050">
                <a:latin typeface="Calibri" panose="020F0502020204030204" pitchFamily="34" charset="0"/>
              </a:rPr>
              <a:t>K. He, X. Chen, S. Xie, Y. Li, P. Dollár, and R. Girshick, "Masked Autoencoders Are Scalable Vision Learners," </a:t>
            </a:r>
            <a:r>
              <a:rPr lang="en-US" altLang="ko-KR" sz="1050" i="1">
                <a:latin typeface="Calibri" panose="020F0502020204030204" pitchFamily="34" charset="0"/>
              </a:rPr>
              <a:t>arXiv preprint arXiv:2111.06377, 2</a:t>
            </a:r>
          </a:p>
        </p:txBody>
      </p:sp>
      <p:pic>
        <p:nvPicPr>
          <p:cNvPr id="4" name="그림 3">
            <a:extLst>
              <a:ext uri="{FF2B5EF4-FFF2-40B4-BE49-F238E27FC236}">
                <a16:creationId xmlns:a16="http://schemas.microsoft.com/office/drawing/2014/main" id="{8FA95319-C793-483C-8D82-0C23AAA5CB9B}"/>
              </a:ext>
            </a:extLst>
          </p:cNvPr>
          <p:cNvPicPr>
            <a:picLocks noChangeAspect="1"/>
          </p:cNvPicPr>
          <p:nvPr/>
        </p:nvPicPr>
        <p:blipFill>
          <a:blip r:embed="rId3"/>
          <a:stretch>
            <a:fillRect/>
          </a:stretch>
        </p:blipFill>
        <p:spPr>
          <a:xfrm>
            <a:off x="1115616" y="1527509"/>
            <a:ext cx="6552728" cy="5010910"/>
          </a:xfrm>
          <a:prstGeom prst="rect">
            <a:avLst/>
          </a:prstGeom>
        </p:spPr>
      </p:pic>
    </p:spTree>
    <p:extLst>
      <p:ext uri="{BB962C8B-B14F-4D97-AF65-F5344CB8AC3E}">
        <p14:creationId xmlns:p14="http://schemas.microsoft.com/office/powerpoint/2010/main" val="5109350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F6AF8C84-D71B-418C-8105-F46100185E82}"/>
              </a:ext>
            </a:extLst>
          </p:cNvPr>
          <p:cNvSpPr>
            <a:spLocks noGrp="1"/>
          </p:cNvSpPr>
          <p:nvPr>
            <p:ph type="title"/>
          </p:nvPr>
        </p:nvSpPr>
        <p:spPr>
          <a:xfrm>
            <a:off x="228600" y="327671"/>
            <a:ext cx="8686800" cy="838200"/>
          </a:xfrm>
        </p:spPr>
        <p:txBody>
          <a:bodyPr/>
          <a:lstStyle/>
          <a:p>
            <a:r>
              <a:rPr lang="en-US" altLang="ko-KR"/>
              <a:t>Conclusion</a:t>
            </a:r>
            <a:endParaRPr lang="ko-KR" altLang="en-US" dirty="0"/>
          </a:p>
        </p:txBody>
      </p:sp>
      <p:sp>
        <p:nvSpPr>
          <p:cNvPr id="69" name="내용 개체 틀 68">
            <a:extLst>
              <a:ext uri="{FF2B5EF4-FFF2-40B4-BE49-F238E27FC236}">
                <a16:creationId xmlns:a16="http://schemas.microsoft.com/office/drawing/2014/main" id="{56656ED1-D8C9-409D-9371-34A8CF7BDB34}"/>
              </a:ext>
            </a:extLst>
          </p:cNvPr>
          <p:cNvSpPr>
            <a:spLocks noGrp="1"/>
          </p:cNvSpPr>
          <p:nvPr>
            <p:ph idx="1"/>
          </p:nvPr>
        </p:nvSpPr>
        <p:spPr>
          <a:xfrm>
            <a:off x="218909" y="1190746"/>
            <a:ext cx="8686800" cy="5579386"/>
          </a:xfrm>
          <a:ln>
            <a:solidFill>
              <a:schemeClr val="bg1"/>
            </a:solidFill>
          </a:ln>
        </p:spPr>
        <p:txBody>
          <a:bodyPr>
            <a:normAutofit lnSpcReduction="10000"/>
          </a:bodyPr>
          <a:lstStyle/>
          <a:p>
            <a:pPr marL="0" indent="0">
              <a:buNone/>
            </a:pPr>
            <a:r>
              <a:rPr lang="ko-KR" altLang="en-US" sz="1800" dirty="0">
                <a:solidFill>
                  <a:schemeClr val="tx1"/>
                </a:solidFill>
                <a:latin typeface="sohne"/>
              </a:rPr>
              <a:t> 제발 </a:t>
            </a:r>
            <a:r>
              <a:rPr lang="ko-KR" altLang="en-US" sz="1800" dirty="0" err="1">
                <a:solidFill>
                  <a:schemeClr val="tx1"/>
                </a:solidFill>
                <a:latin typeface="sohne"/>
              </a:rPr>
              <a:t>무해한척하면서</a:t>
            </a:r>
            <a:r>
              <a:rPr lang="ko-KR" altLang="en-US" sz="1800" dirty="0">
                <a:solidFill>
                  <a:schemeClr val="tx1"/>
                </a:solidFill>
                <a:latin typeface="sohne"/>
              </a:rPr>
              <a:t> 대학원생을 </a:t>
            </a:r>
            <a:r>
              <a:rPr lang="ko-KR" altLang="en-US" sz="1800" dirty="0" err="1">
                <a:solidFill>
                  <a:schemeClr val="tx1"/>
                </a:solidFill>
                <a:latin typeface="sohne"/>
              </a:rPr>
              <a:t>괴롭히지마</a:t>
            </a:r>
            <a:r>
              <a:rPr lang="en-US" altLang="ko-KR" sz="1800" dirty="0">
                <a:solidFill>
                  <a:schemeClr val="tx1"/>
                </a:solidFill>
                <a:latin typeface="sohne"/>
              </a:rPr>
              <a:t>…</a:t>
            </a:r>
          </a:p>
          <a:p>
            <a:pPr marL="0" indent="0">
              <a:buNone/>
            </a:pPr>
            <a:endParaRPr lang="en-US" altLang="ko-KR" sz="1800" dirty="0">
              <a:solidFill>
                <a:schemeClr val="tx1"/>
              </a:solidFill>
              <a:latin typeface="sohne"/>
            </a:endParaRPr>
          </a:p>
          <a:p>
            <a:pPr marL="0" indent="0">
              <a:buNone/>
            </a:pPr>
            <a:endParaRPr lang="en-US" altLang="ko-KR" sz="1800" dirty="0">
              <a:solidFill>
                <a:schemeClr val="tx1"/>
              </a:solidFill>
              <a:latin typeface="sohne"/>
            </a:endParaRPr>
          </a:p>
          <a:p>
            <a:pPr marL="0" indent="0">
              <a:buNone/>
            </a:pPr>
            <a:endParaRPr lang="en-US" altLang="ko-KR" sz="1800" dirty="0">
              <a:solidFill>
                <a:schemeClr val="tx1"/>
              </a:solidFill>
              <a:latin typeface="sohne"/>
            </a:endParaRPr>
          </a:p>
          <a:p>
            <a:pPr marL="0" indent="0">
              <a:buNone/>
            </a:pPr>
            <a:endParaRPr lang="en-US" altLang="ko-KR" sz="1800" dirty="0">
              <a:solidFill>
                <a:schemeClr val="tx1"/>
              </a:solidFill>
              <a:latin typeface="sohne"/>
            </a:endParaRPr>
          </a:p>
          <a:p>
            <a:pPr marL="0" indent="0">
              <a:buNone/>
            </a:pPr>
            <a:endParaRPr lang="en-US" altLang="ko-KR" sz="1800" dirty="0">
              <a:solidFill>
                <a:schemeClr val="tx1"/>
              </a:solidFill>
              <a:latin typeface="sohne"/>
            </a:endParaRPr>
          </a:p>
          <a:p>
            <a:pPr marL="0" indent="0">
              <a:buNone/>
            </a:pPr>
            <a:endParaRPr lang="en-US" altLang="ko-KR" sz="1800" dirty="0">
              <a:solidFill>
                <a:schemeClr val="tx1"/>
              </a:solidFill>
              <a:latin typeface="sohne"/>
            </a:endParaRPr>
          </a:p>
          <a:p>
            <a:pPr marL="0" indent="0">
              <a:buNone/>
            </a:pPr>
            <a:endParaRPr lang="en-US" altLang="ko-KR" sz="1800" dirty="0">
              <a:solidFill>
                <a:schemeClr val="tx1"/>
              </a:solidFill>
              <a:latin typeface="sohne"/>
            </a:endParaRPr>
          </a:p>
          <a:p>
            <a:pPr marL="0" indent="0">
              <a:buNone/>
            </a:pPr>
            <a:endParaRPr lang="en-US" altLang="ko-KR" sz="1800" dirty="0">
              <a:solidFill>
                <a:schemeClr val="tx1"/>
              </a:solidFill>
              <a:latin typeface="sohne"/>
            </a:endParaRPr>
          </a:p>
          <a:p>
            <a:pPr marL="0" indent="0">
              <a:buNone/>
            </a:pPr>
            <a:endParaRPr lang="en-US" altLang="ko-KR" sz="1800" dirty="0">
              <a:solidFill>
                <a:schemeClr val="tx1"/>
              </a:solidFill>
              <a:latin typeface="sohne"/>
            </a:endParaRPr>
          </a:p>
          <a:p>
            <a:pPr marL="0" indent="0">
              <a:buNone/>
            </a:pPr>
            <a:endParaRPr lang="en-US" altLang="ko-KR" sz="1800" dirty="0">
              <a:solidFill>
                <a:schemeClr val="tx1"/>
              </a:solidFill>
              <a:latin typeface="sohne"/>
            </a:endParaRPr>
          </a:p>
          <a:p>
            <a:pPr marL="0" indent="0">
              <a:buNone/>
            </a:pPr>
            <a:endParaRPr lang="en-US" altLang="ko-KR" sz="1800" dirty="0">
              <a:solidFill>
                <a:schemeClr val="tx1"/>
              </a:solidFill>
              <a:latin typeface="sohne"/>
            </a:endParaRPr>
          </a:p>
          <a:p>
            <a:pPr marL="0" indent="0">
              <a:buNone/>
            </a:pPr>
            <a:endParaRPr lang="en-US" altLang="ko-KR" sz="1800" dirty="0">
              <a:solidFill>
                <a:schemeClr val="tx1"/>
              </a:solidFill>
              <a:latin typeface="sohne"/>
            </a:endParaRPr>
          </a:p>
          <a:p>
            <a:pPr marL="0" indent="0">
              <a:buNone/>
            </a:pPr>
            <a:endParaRPr lang="en-US" altLang="ko-KR" sz="1800" dirty="0">
              <a:solidFill>
                <a:schemeClr val="tx1"/>
              </a:solidFill>
              <a:latin typeface="sohne"/>
            </a:endParaRPr>
          </a:p>
          <a:p>
            <a:pPr marL="0" indent="0">
              <a:buNone/>
            </a:pPr>
            <a:r>
              <a:rPr lang="en-US" altLang="ko-KR" sz="1800" dirty="0" err="1">
                <a:solidFill>
                  <a:schemeClr val="tx1"/>
                </a:solidFill>
                <a:latin typeface="sohne"/>
              </a:rPr>
              <a:t>ELMo</a:t>
            </a:r>
            <a:r>
              <a:rPr lang="en-US" altLang="ko-KR" sz="1800" dirty="0">
                <a:solidFill>
                  <a:schemeClr val="tx1"/>
                </a:solidFill>
                <a:latin typeface="sohne"/>
              </a:rPr>
              <a:t> : </a:t>
            </a:r>
            <a:r>
              <a:rPr lang="en-US" altLang="ko-KR" sz="1800" dirty="0">
                <a:solidFill>
                  <a:srgbClr val="FF0000"/>
                </a:solidFill>
                <a:latin typeface="sohne"/>
              </a:rPr>
              <a:t>E</a:t>
            </a:r>
            <a:r>
              <a:rPr lang="en-US" altLang="ko-KR" sz="1800" dirty="0">
                <a:solidFill>
                  <a:schemeClr val="tx1"/>
                </a:solidFill>
                <a:latin typeface="sohne"/>
              </a:rPr>
              <a:t>mbeddings from </a:t>
            </a:r>
            <a:r>
              <a:rPr lang="en-US" altLang="ko-KR" sz="1800" dirty="0">
                <a:solidFill>
                  <a:srgbClr val="FF0000"/>
                </a:solidFill>
                <a:latin typeface="sohne"/>
              </a:rPr>
              <a:t>L</a:t>
            </a:r>
            <a:r>
              <a:rPr lang="en-US" altLang="ko-KR" sz="1800" dirty="0">
                <a:solidFill>
                  <a:schemeClr val="tx1"/>
                </a:solidFill>
                <a:latin typeface="sohne"/>
              </a:rPr>
              <a:t>anguage </a:t>
            </a:r>
            <a:r>
              <a:rPr lang="en-US" altLang="ko-KR" sz="1800" dirty="0">
                <a:solidFill>
                  <a:srgbClr val="FF0000"/>
                </a:solidFill>
                <a:latin typeface="sohne"/>
              </a:rPr>
              <a:t>Mo</a:t>
            </a:r>
            <a:r>
              <a:rPr lang="en-US" altLang="ko-KR" sz="1800" dirty="0">
                <a:solidFill>
                  <a:schemeClr val="tx1"/>
                </a:solidFill>
                <a:latin typeface="sohne"/>
              </a:rPr>
              <a:t>dels</a:t>
            </a:r>
          </a:p>
          <a:p>
            <a:pPr marL="0" indent="0">
              <a:buNone/>
            </a:pPr>
            <a:r>
              <a:rPr lang="en-US" altLang="ko-KR" sz="1800" dirty="0">
                <a:solidFill>
                  <a:schemeClr val="tx1"/>
                </a:solidFill>
                <a:latin typeface="sohne"/>
              </a:rPr>
              <a:t>BERT</a:t>
            </a:r>
            <a:r>
              <a:rPr lang="ko-KR" altLang="en-US" sz="1800" dirty="0">
                <a:solidFill>
                  <a:schemeClr val="tx1"/>
                </a:solidFill>
                <a:latin typeface="sohne"/>
              </a:rPr>
              <a:t> </a:t>
            </a:r>
            <a:r>
              <a:rPr lang="en-US" altLang="ko-KR" sz="1800" dirty="0">
                <a:solidFill>
                  <a:schemeClr val="tx1"/>
                </a:solidFill>
                <a:latin typeface="sohne"/>
              </a:rPr>
              <a:t>:</a:t>
            </a:r>
            <a:r>
              <a:rPr lang="ko-KR" altLang="en-US" sz="1800" dirty="0">
                <a:solidFill>
                  <a:schemeClr val="tx1"/>
                </a:solidFill>
                <a:latin typeface="sohne"/>
              </a:rPr>
              <a:t> </a:t>
            </a:r>
            <a:r>
              <a:rPr lang="en-US" altLang="ko-KR" sz="1800" dirty="0">
                <a:solidFill>
                  <a:srgbClr val="FF0000"/>
                </a:solidFill>
                <a:latin typeface="sohne"/>
              </a:rPr>
              <a:t>B</a:t>
            </a:r>
            <a:r>
              <a:rPr lang="en-US" altLang="ko-KR" sz="1800" dirty="0">
                <a:solidFill>
                  <a:schemeClr val="tx1"/>
                </a:solidFill>
                <a:latin typeface="sohne"/>
              </a:rPr>
              <a:t>idirectional </a:t>
            </a:r>
            <a:r>
              <a:rPr lang="en-US" altLang="ko-KR" sz="1800" dirty="0">
                <a:solidFill>
                  <a:srgbClr val="FF0000"/>
                </a:solidFill>
                <a:latin typeface="sohne"/>
              </a:rPr>
              <a:t>E</a:t>
            </a:r>
            <a:r>
              <a:rPr lang="en-US" altLang="ko-KR" sz="1800" dirty="0">
                <a:solidFill>
                  <a:schemeClr val="tx1"/>
                </a:solidFill>
                <a:latin typeface="sohne"/>
              </a:rPr>
              <a:t>ncoder </a:t>
            </a:r>
            <a:r>
              <a:rPr lang="en-US" altLang="ko-KR" sz="1800" dirty="0" err="1">
                <a:solidFill>
                  <a:srgbClr val="FF0000"/>
                </a:solidFill>
                <a:latin typeface="sohne"/>
              </a:rPr>
              <a:t>R</a:t>
            </a:r>
            <a:r>
              <a:rPr lang="en-US" altLang="ko-KR" sz="1800" dirty="0" err="1">
                <a:solidFill>
                  <a:schemeClr val="tx1"/>
                </a:solidFill>
                <a:latin typeface="sohne"/>
              </a:rPr>
              <a:t>epersentations</a:t>
            </a:r>
            <a:r>
              <a:rPr lang="en-US" altLang="ko-KR" sz="1800" dirty="0">
                <a:solidFill>
                  <a:schemeClr val="tx1"/>
                </a:solidFill>
                <a:latin typeface="sohne"/>
              </a:rPr>
              <a:t> from </a:t>
            </a:r>
            <a:r>
              <a:rPr lang="en-US" altLang="ko-KR" sz="1800" dirty="0">
                <a:solidFill>
                  <a:srgbClr val="FF0000"/>
                </a:solidFill>
                <a:latin typeface="sohne"/>
              </a:rPr>
              <a:t>T</a:t>
            </a:r>
            <a:r>
              <a:rPr lang="en-US" altLang="ko-KR" sz="1800" dirty="0">
                <a:solidFill>
                  <a:schemeClr val="tx1"/>
                </a:solidFill>
                <a:latin typeface="sohne"/>
              </a:rPr>
              <a:t>ransformer</a:t>
            </a:r>
          </a:p>
          <a:p>
            <a:pPr marL="0" indent="0">
              <a:buNone/>
            </a:pPr>
            <a:r>
              <a:rPr lang="en-US" altLang="ko-KR" sz="1800" dirty="0">
                <a:solidFill>
                  <a:schemeClr val="tx1"/>
                </a:solidFill>
                <a:latin typeface="sohne"/>
              </a:rPr>
              <a:t>ERNIE : </a:t>
            </a:r>
            <a:r>
              <a:rPr lang="en-US" altLang="ko-KR" sz="1800" dirty="0">
                <a:solidFill>
                  <a:srgbClr val="FF0000"/>
                </a:solidFill>
                <a:latin typeface="sohne"/>
              </a:rPr>
              <a:t>E</a:t>
            </a:r>
            <a:r>
              <a:rPr lang="en-US" altLang="ko-KR" sz="1800" dirty="0">
                <a:solidFill>
                  <a:schemeClr val="tx1"/>
                </a:solidFill>
                <a:latin typeface="sohne"/>
              </a:rPr>
              <a:t>nhanced Language </a:t>
            </a:r>
            <a:r>
              <a:rPr lang="en-US" altLang="ko-KR" sz="1800" dirty="0">
                <a:solidFill>
                  <a:srgbClr val="FF0000"/>
                </a:solidFill>
                <a:latin typeface="sohne"/>
              </a:rPr>
              <a:t>R</a:t>
            </a:r>
            <a:r>
              <a:rPr lang="en-US" altLang="ko-KR" sz="1800" dirty="0">
                <a:solidFill>
                  <a:schemeClr val="tx1"/>
                </a:solidFill>
                <a:latin typeface="sohne"/>
              </a:rPr>
              <a:t>epresentatio</a:t>
            </a:r>
            <a:r>
              <a:rPr lang="en-US" altLang="ko-KR" sz="1800" dirty="0">
                <a:solidFill>
                  <a:srgbClr val="0070C0"/>
                </a:solidFill>
                <a:latin typeface="sohne"/>
              </a:rPr>
              <a:t>n</a:t>
            </a:r>
            <a:r>
              <a:rPr lang="en-US" altLang="ko-KR" sz="1800" dirty="0">
                <a:solidFill>
                  <a:schemeClr val="tx1"/>
                </a:solidFill>
                <a:latin typeface="sohne"/>
              </a:rPr>
              <a:t> with </a:t>
            </a:r>
            <a:r>
              <a:rPr lang="en-US" altLang="ko-KR" sz="1800" dirty="0">
                <a:solidFill>
                  <a:srgbClr val="FF0000"/>
                </a:solidFill>
                <a:latin typeface="sohne"/>
              </a:rPr>
              <a:t>I</a:t>
            </a:r>
            <a:r>
              <a:rPr lang="en-US" altLang="ko-KR" sz="1800" dirty="0">
                <a:solidFill>
                  <a:schemeClr val="tx1"/>
                </a:solidFill>
                <a:latin typeface="sohne"/>
              </a:rPr>
              <a:t>nformative </a:t>
            </a:r>
            <a:r>
              <a:rPr lang="en-US" altLang="ko-KR" sz="1800" dirty="0">
                <a:solidFill>
                  <a:srgbClr val="FF0000"/>
                </a:solidFill>
                <a:latin typeface="sohne"/>
              </a:rPr>
              <a:t>E</a:t>
            </a:r>
            <a:r>
              <a:rPr lang="en-US" altLang="ko-KR" sz="1800" dirty="0">
                <a:solidFill>
                  <a:schemeClr val="tx1"/>
                </a:solidFill>
                <a:latin typeface="sohne"/>
              </a:rPr>
              <a:t>ntities </a:t>
            </a:r>
          </a:p>
          <a:p>
            <a:pPr lvl="2"/>
            <a:endParaRPr lang="en-US" altLang="ko-KR" sz="1400" dirty="0">
              <a:solidFill>
                <a:schemeClr val="tx1"/>
              </a:solidFill>
              <a:latin typeface="sohne"/>
            </a:endParaRPr>
          </a:p>
          <a:p>
            <a:pPr lvl="2"/>
            <a:endParaRPr lang="en-US" altLang="ko-KR" sz="1400" dirty="0">
              <a:solidFill>
                <a:schemeClr val="tx1"/>
              </a:solidFill>
              <a:latin typeface="sohne"/>
            </a:endParaRPr>
          </a:p>
          <a:p>
            <a:pPr lvl="2"/>
            <a:endParaRPr lang="en-US" altLang="ko-KR" sz="1400" dirty="0">
              <a:solidFill>
                <a:schemeClr val="tx1"/>
              </a:solidFill>
              <a:latin typeface="sohne"/>
            </a:endParaRPr>
          </a:p>
          <a:p>
            <a:pPr lvl="2"/>
            <a:endParaRPr lang="en-US" altLang="ko-KR" sz="1400" dirty="0">
              <a:solidFill>
                <a:schemeClr val="tx1"/>
              </a:solidFill>
              <a:latin typeface="sohne"/>
            </a:endParaRPr>
          </a:p>
          <a:p>
            <a:pPr lvl="2"/>
            <a:endParaRPr lang="en-US" altLang="ko-KR" sz="1200" dirty="0">
              <a:solidFill>
                <a:schemeClr val="tx1"/>
              </a:solidFill>
              <a:latin typeface="sohne"/>
            </a:endParaRPr>
          </a:p>
          <a:p>
            <a:pPr lvl="2"/>
            <a:endParaRPr lang="en-US" altLang="ko-KR" sz="1200" dirty="0">
              <a:solidFill>
                <a:schemeClr val="tx1"/>
              </a:solidFill>
              <a:latin typeface="sohne"/>
            </a:endParaRPr>
          </a:p>
          <a:p>
            <a:pPr lvl="1"/>
            <a:endParaRPr lang="en-US" altLang="ko-KR" sz="1400" dirty="0">
              <a:solidFill>
                <a:schemeClr val="tx1"/>
              </a:solidFill>
              <a:latin typeface="sohne"/>
            </a:endParaRPr>
          </a:p>
        </p:txBody>
      </p:sp>
      <p:sp>
        <p:nvSpPr>
          <p:cNvPr id="9" name="TextBox 8">
            <a:extLst>
              <a:ext uri="{FF2B5EF4-FFF2-40B4-BE49-F238E27FC236}">
                <a16:creationId xmlns:a16="http://schemas.microsoft.com/office/drawing/2014/main" id="{11932515-A07D-43CF-8879-1D2F43D9E7EF}"/>
              </a:ext>
            </a:extLst>
          </p:cNvPr>
          <p:cNvSpPr txBox="1"/>
          <p:nvPr/>
        </p:nvSpPr>
        <p:spPr>
          <a:xfrm>
            <a:off x="6420556" y="87868"/>
            <a:ext cx="2628956" cy="369332"/>
          </a:xfrm>
          <a:prstGeom prst="rect">
            <a:avLst/>
          </a:prstGeom>
          <a:noFill/>
        </p:spPr>
        <p:txBody>
          <a:bodyPr wrap="squar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prstClr val="black"/>
                </a:solidFill>
                <a:effectLst/>
                <a:uLnTx/>
                <a:uFillTx/>
                <a:latin typeface="Times New Roman"/>
                <a:ea typeface="맑은 고딕"/>
                <a:cs typeface="+mn-cs"/>
              </a:rPr>
              <a:t>김성수</a:t>
            </a:r>
          </a:p>
        </p:txBody>
      </p:sp>
      <p:pic>
        <p:nvPicPr>
          <p:cNvPr id="3" name="그림 2">
            <a:extLst>
              <a:ext uri="{FF2B5EF4-FFF2-40B4-BE49-F238E27FC236}">
                <a16:creationId xmlns:a16="http://schemas.microsoft.com/office/drawing/2014/main" id="{C0B75BF2-C3C3-4472-98BA-039CA14771A5}"/>
              </a:ext>
            </a:extLst>
          </p:cNvPr>
          <p:cNvPicPr>
            <a:picLocks noChangeAspect="1"/>
          </p:cNvPicPr>
          <p:nvPr/>
        </p:nvPicPr>
        <p:blipFill>
          <a:blip r:embed="rId3"/>
          <a:stretch>
            <a:fillRect/>
          </a:stretch>
        </p:blipFill>
        <p:spPr>
          <a:xfrm>
            <a:off x="1439652" y="1700808"/>
            <a:ext cx="6264696" cy="3639962"/>
          </a:xfrm>
          <a:prstGeom prst="rect">
            <a:avLst/>
          </a:prstGeom>
        </p:spPr>
      </p:pic>
    </p:spTree>
    <p:extLst>
      <p:ext uri="{BB962C8B-B14F-4D97-AF65-F5344CB8AC3E}">
        <p14:creationId xmlns:p14="http://schemas.microsoft.com/office/powerpoint/2010/main" val="30323481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F6AF8C84-D71B-418C-8105-F46100185E82}"/>
              </a:ext>
            </a:extLst>
          </p:cNvPr>
          <p:cNvSpPr>
            <a:spLocks noGrp="1"/>
          </p:cNvSpPr>
          <p:nvPr>
            <p:ph type="title"/>
          </p:nvPr>
        </p:nvSpPr>
        <p:spPr>
          <a:xfrm>
            <a:off x="228600" y="327671"/>
            <a:ext cx="8686800" cy="838200"/>
          </a:xfrm>
        </p:spPr>
        <p:txBody>
          <a:bodyPr/>
          <a:lstStyle/>
          <a:p>
            <a:r>
              <a:rPr lang="en-US" altLang="ko-KR"/>
              <a:t>Next week</a:t>
            </a:r>
            <a:endParaRPr lang="ko-KR" altLang="en-US" dirty="0"/>
          </a:p>
        </p:txBody>
      </p:sp>
      <p:sp>
        <p:nvSpPr>
          <p:cNvPr id="69" name="내용 개체 틀 68">
            <a:extLst>
              <a:ext uri="{FF2B5EF4-FFF2-40B4-BE49-F238E27FC236}">
                <a16:creationId xmlns:a16="http://schemas.microsoft.com/office/drawing/2014/main" id="{56656ED1-D8C9-409D-9371-34A8CF7BDB34}"/>
              </a:ext>
            </a:extLst>
          </p:cNvPr>
          <p:cNvSpPr>
            <a:spLocks noGrp="1"/>
          </p:cNvSpPr>
          <p:nvPr>
            <p:ph idx="1"/>
          </p:nvPr>
        </p:nvSpPr>
        <p:spPr>
          <a:xfrm>
            <a:off x="227218" y="1190746"/>
            <a:ext cx="8686800" cy="5238224"/>
          </a:xfrm>
          <a:ln>
            <a:solidFill>
              <a:schemeClr val="bg1"/>
            </a:solidFill>
          </a:ln>
        </p:spPr>
        <p:txBody>
          <a:bodyPr>
            <a:normAutofit/>
          </a:bodyPr>
          <a:lstStyle/>
          <a:p>
            <a:r>
              <a:rPr lang="en-US" altLang="ko-KR" sz="1800">
                <a:solidFill>
                  <a:schemeClr val="tx1"/>
                </a:solidFill>
                <a:latin typeface="sohne"/>
              </a:rPr>
              <a:t>About ClS token </a:t>
            </a:r>
          </a:p>
          <a:p>
            <a:r>
              <a:rPr lang="en-US" altLang="ko-KR" sz="1800">
                <a:solidFill>
                  <a:schemeClr val="tx1"/>
                </a:solidFill>
                <a:latin typeface="sohne"/>
              </a:rPr>
              <a:t>About positional encodings In images </a:t>
            </a:r>
          </a:p>
          <a:p>
            <a:r>
              <a:rPr lang="en-US" altLang="ko-KR" sz="1800">
                <a:solidFill>
                  <a:schemeClr val="tx1"/>
                </a:solidFill>
                <a:latin typeface="sohne"/>
              </a:rPr>
              <a:t>Papers : Transformer in person re-identification (How to</a:t>
            </a:r>
            <a:r>
              <a:rPr lang="ko-KR" altLang="en-US" sz="1800">
                <a:solidFill>
                  <a:schemeClr val="tx1"/>
                </a:solidFill>
                <a:latin typeface="sohne"/>
              </a:rPr>
              <a:t>의 사고확장을 위해</a:t>
            </a:r>
            <a:r>
              <a:rPr lang="en-US" altLang="ko-KR" sz="1800">
                <a:solidFill>
                  <a:schemeClr val="tx1"/>
                </a:solidFill>
                <a:latin typeface="sohne"/>
              </a:rPr>
              <a:t>)</a:t>
            </a:r>
          </a:p>
          <a:p>
            <a:pPr marL="0" indent="0">
              <a:buNone/>
            </a:pPr>
            <a:endParaRPr lang="en-US" altLang="ko-KR" sz="1800">
              <a:solidFill>
                <a:schemeClr val="tx1"/>
              </a:solidFill>
              <a:latin typeface="sohne"/>
            </a:endParaRPr>
          </a:p>
          <a:p>
            <a:pPr lvl="2"/>
            <a:endParaRPr lang="en-US" altLang="ko-KR" sz="1400">
              <a:solidFill>
                <a:schemeClr val="tx1"/>
              </a:solidFill>
              <a:latin typeface="sohne"/>
            </a:endParaRPr>
          </a:p>
          <a:p>
            <a:pPr lvl="2"/>
            <a:endParaRPr lang="en-US" altLang="ko-KR" sz="1400">
              <a:solidFill>
                <a:schemeClr val="tx1"/>
              </a:solidFill>
              <a:latin typeface="sohne"/>
            </a:endParaRPr>
          </a:p>
          <a:p>
            <a:pPr lvl="2"/>
            <a:endParaRPr lang="en-US" altLang="ko-KR" sz="1400">
              <a:solidFill>
                <a:schemeClr val="tx1"/>
              </a:solidFill>
              <a:latin typeface="sohne"/>
            </a:endParaRPr>
          </a:p>
          <a:p>
            <a:pPr lvl="2"/>
            <a:endParaRPr lang="en-US" altLang="ko-KR" sz="1400">
              <a:solidFill>
                <a:schemeClr val="tx1"/>
              </a:solidFill>
              <a:latin typeface="sohne"/>
            </a:endParaRPr>
          </a:p>
          <a:p>
            <a:pPr lvl="2"/>
            <a:endParaRPr lang="en-US" altLang="ko-KR" sz="1400">
              <a:solidFill>
                <a:schemeClr val="tx1"/>
              </a:solidFill>
              <a:latin typeface="sohne"/>
            </a:endParaRPr>
          </a:p>
          <a:p>
            <a:pPr lvl="2"/>
            <a:endParaRPr lang="en-US" altLang="ko-KR" sz="1200">
              <a:solidFill>
                <a:schemeClr val="tx1"/>
              </a:solidFill>
              <a:latin typeface="sohne"/>
            </a:endParaRPr>
          </a:p>
          <a:p>
            <a:pPr lvl="2"/>
            <a:endParaRPr lang="en-US" altLang="ko-KR" sz="1200">
              <a:solidFill>
                <a:schemeClr val="tx1"/>
              </a:solidFill>
              <a:latin typeface="sohne"/>
            </a:endParaRPr>
          </a:p>
          <a:p>
            <a:pPr lvl="1"/>
            <a:endParaRPr lang="en-US" altLang="ko-KR" sz="1400">
              <a:solidFill>
                <a:schemeClr val="tx1"/>
              </a:solidFill>
              <a:latin typeface="sohne"/>
            </a:endParaRPr>
          </a:p>
        </p:txBody>
      </p:sp>
      <p:sp>
        <p:nvSpPr>
          <p:cNvPr id="9" name="TextBox 8">
            <a:extLst>
              <a:ext uri="{FF2B5EF4-FFF2-40B4-BE49-F238E27FC236}">
                <a16:creationId xmlns:a16="http://schemas.microsoft.com/office/drawing/2014/main" id="{11932515-A07D-43CF-8879-1D2F43D9E7EF}"/>
              </a:ext>
            </a:extLst>
          </p:cNvPr>
          <p:cNvSpPr txBox="1"/>
          <p:nvPr/>
        </p:nvSpPr>
        <p:spPr>
          <a:xfrm>
            <a:off x="6420556" y="87868"/>
            <a:ext cx="2628956" cy="369332"/>
          </a:xfrm>
          <a:prstGeom prst="rect">
            <a:avLst/>
          </a:prstGeom>
          <a:noFill/>
        </p:spPr>
        <p:txBody>
          <a:bodyPr wrap="squar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prstClr val="black"/>
                </a:solidFill>
                <a:effectLst/>
                <a:uLnTx/>
                <a:uFillTx/>
                <a:latin typeface="Times New Roman"/>
                <a:ea typeface="맑은 고딕"/>
                <a:cs typeface="+mn-cs"/>
              </a:rPr>
              <a:t>김성수</a:t>
            </a:r>
          </a:p>
        </p:txBody>
      </p:sp>
      <p:sp>
        <p:nvSpPr>
          <p:cNvPr id="13" name="제목 4">
            <a:extLst>
              <a:ext uri="{FF2B5EF4-FFF2-40B4-BE49-F238E27FC236}">
                <a16:creationId xmlns:a16="http://schemas.microsoft.com/office/drawing/2014/main" id="{1D311A78-6BCF-48EA-809D-F9A61D22565B}"/>
              </a:ext>
            </a:extLst>
          </p:cNvPr>
          <p:cNvSpPr txBox="1">
            <a:spLocks/>
          </p:cNvSpPr>
          <p:nvPr/>
        </p:nvSpPr>
        <p:spPr>
          <a:xfrm>
            <a:off x="217568" y="4077072"/>
            <a:ext cx="8686800" cy="838200"/>
          </a:xfrm>
          <a:prstGeom prst="rect">
            <a:avLst/>
          </a:prstGeom>
        </p:spPr>
        <p:txBody>
          <a:bodyPr vert="horz" anchor="ctr">
            <a:normAutofit/>
          </a:bodyPr>
          <a:lstStyle>
            <a:lvl1pPr algn="l" rtl="0" eaLnBrk="1" latinLnBrk="1" hangingPunct="1">
              <a:spcBef>
                <a:spcPct val="0"/>
              </a:spcBef>
              <a:buNone/>
              <a:defRPr kumimoji="0" sz="3600" b="1" kern="1200" cap="none" baseline="0">
                <a:solidFill>
                  <a:schemeClr val="tx2"/>
                </a:solidFill>
                <a:effectLst/>
                <a:latin typeface="+mj-lt"/>
                <a:ea typeface="+mj-ea"/>
                <a:cs typeface="+mj-cs"/>
              </a:defRPr>
            </a:lvl1pPr>
          </a:lstStyle>
          <a:p>
            <a:endParaRPr lang="en-US" altLang="ko-KR"/>
          </a:p>
        </p:txBody>
      </p:sp>
    </p:spTree>
    <p:extLst>
      <p:ext uri="{BB962C8B-B14F-4D97-AF65-F5344CB8AC3E}">
        <p14:creationId xmlns:p14="http://schemas.microsoft.com/office/powerpoint/2010/main" val="3202114381"/>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2_트렉">
  <a:themeElements>
    <a:clrScheme name="트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MMI2018">
      <a:majorFont>
        <a:latin typeface="Times New Roman"/>
        <a:ea typeface="맑은 고딕"/>
        <a:cs typeface=""/>
      </a:majorFont>
      <a:minorFont>
        <a:latin typeface="Times New Roman"/>
        <a:ea typeface="맑은 고딕"/>
        <a:cs typeface=""/>
      </a:minorFont>
    </a:fontScheme>
    <a:fmtScheme name="트렉">
      <a:fillStyleLst>
        <a:solidFill>
          <a:schemeClr val="phClr"/>
        </a:solidFill>
        <a:gradFill rotWithShape="1">
          <a:gsLst>
            <a:gs pos="0">
              <a:schemeClr val="phClr">
                <a:tint val="30000"/>
                <a:satMod val="250000"/>
              </a:schemeClr>
            </a:gs>
            <a:gs pos="72000">
              <a:schemeClr val="phClr">
                <a:tint val="75000"/>
                <a:satMod val="210000"/>
              </a:schemeClr>
            </a:gs>
            <a:gs pos="100000">
              <a:schemeClr val="phClr">
                <a:tint val="85000"/>
                <a:satMod val="210000"/>
              </a:schemeClr>
            </a:gs>
          </a:gsLst>
          <a:lin ang="5400000" scaled="1"/>
        </a:gradFill>
        <a:gradFill rotWithShape="1">
          <a:gsLst>
            <a:gs pos="0">
              <a:schemeClr val="phClr">
                <a:tint val="75000"/>
                <a:shade val="85000"/>
                <a:satMod val="230000"/>
              </a:schemeClr>
            </a:gs>
            <a:gs pos="25000">
              <a:schemeClr val="phClr">
                <a:tint val="90000"/>
                <a:shade val="70000"/>
                <a:satMod val="220000"/>
              </a:schemeClr>
            </a:gs>
            <a:gs pos="50000">
              <a:schemeClr val="phClr">
                <a:tint val="90000"/>
                <a:shade val="58000"/>
                <a:satMod val="225000"/>
              </a:schemeClr>
            </a:gs>
            <a:gs pos="65000">
              <a:schemeClr val="phClr">
                <a:tint val="90000"/>
                <a:shade val="58000"/>
                <a:satMod val="225000"/>
              </a:schemeClr>
            </a:gs>
            <a:gs pos="80000">
              <a:schemeClr val="phClr">
                <a:tint val="90000"/>
                <a:shade val="69000"/>
                <a:satMod val="220000"/>
              </a:schemeClr>
            </a:gs>
            <a:gs pos="100000">
              <a:schemeClr val="phClr">
                <a:tint val="77000"/>
                <a:shade val="80000"/>
                <a:satMod val="230000"/>
              </a:schemeClr>
            </a:gs>
          </a:gsLst>
          <a:lin ang="5400000" scaled="1"/>
        </a:gradFill>
      </a:fillStyleLst>
      <a:lnStyleLst>
        <a:ln w="100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st="50800" dir="5400000" rotWithShape="0">
              <a:srgbClr val="4E3B30">
                <a:alpha val="60000"/>
              </a:srgbClr>
            </a:outerShdw>
          </a:effectLst>
        </a:effectStyle>
        <a:effectStyle>
          <a:effectLst>
            <a:outerShdw blurRad="76200" dist="50800" dir="5400000" rotWithShape="0">
              <a:srgbClr val="4E3B30">
                <a:alpha val="60000"/>
              </a:srgbClr>
            </a:outerShdw>
          </a:effectLst>
          <a:scene3d>
            <a:camera prst="orthographicFront">
              <a:rot lat="0" lon="0" rev="0"/>
            </a:camera>
            <a:lightRig rig="threePt" dir="tl">
              <a:rot lat="0" lon="0" rev="0"/>
            </a:lightRig>
          </a:scene3d>
          <a:sp3d prstMaterial="metal">
            <a:bevelT w="10000" h="10000"/>
          </a:sp3d>
        </a:effectStyle>
        <a:effectStyle>
          <a:effectLst>
            <a:outerShdw blurRad="76200" dist="50800" dir="5400000" rotWithShape="0">
              <a:srgbClr val="4E3B30">
                <a:alpha val="60000"/>
              </a:srgbClr>
            </a:outerShdw>
          </a:effectLst>
          <a:scene3d>
            <a:camera prst="obliqueTopLeft" fov="600000">
              <a:rot lat="0" lon="0" rev="0"/>
            </a:camera>
            <a:lightRig rig="balanced" dir="t">
              <a:rot lat="0" lon="0" rev="19200000"/>
            </a:lightRig>
          </a:scene3d>
          <a:sp3d contourW="12700" prstMaterial="matte">
            <a:bevelT w="60000" h="50800"/>
            <a:contourClr>
              <a:schemeClr val="phClr">
                <a:shade val="60000"/>
                <a:satMod val="110000"/>
              </a:schemeClr>
            </a:contourClr>
          </a:sp3d>
        </a:effectStyle>
      </a:effectStyleLst>
      <a:bgFillStyleLst>
        <a:solidFill>
          <a:schemeClr val="phClr"/>
        </a:solidFill>
        <a:blipFill>
          <a:blip xmlns:r="http://schemas.openxmlformats.org/officeDocument/2006/relationships" r:embed="rId1">
            <a:duotone>
              <a:schemeClr val="phClr">
                <a:shade val="90000"/>
                <a:satMod val="150000"/>
              </a:schemeClr>
              <a:schemeClr val="phClr">
                <a:tint val="88000"/>
                <a:satMod val="105000"/>
              </a:schemeClr>
            </a:duotone>
          </a:blip>
          <a:tile tx="0" ty="0" sx="95000" sy="95000" flip="none" algn="t"/>
        </a:blipFill>
        <a:blipFill>
          <a:blip xmlns:r="http://schemas.openxmlformats.org/officeDocument/2006/relationships" r:embed="rId2">
            <a:duotone>
              <a:schemeClr val="phClr">
                <a:shade val="30000"/>
                <a:satMod val="455000"/>
              </a:schemeClr>
              <a:schemeClr val="phClr">
                <a:tint val="95000"/>
                <a:satMod val="120000"/>
              </a:schemeClr>
            </a:duotone>
          </a:blip>
          <a:stretch>
            <a:fillRect/>
          </a:stretch>
        </a:blipFill>
      </a:bgFillStyleLst>
    </a:fmtScheme>
  </a:themeElements>
  <a:objectDefaults/>
  <a:extraClrSchemeLst/>
</a:theme>
</file>

<file path=ppt/theme/theme2.xml><?xml version="1.0" encoding="utf-8"?>
<a:theme xmlns:a="http://schemas.openxmlformats.org/drawingml/2006/main" name="3_트렉">
  <a:themeElements>
    <a:clrScheme name="트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MMI2018">
      <a:majorFont>
        <a:latin typeface="Times New Roman"/>
        <a:ea typeface="맑은 고딕"/>
        <a:cs typeface=""/>
      </a:majorFont>
      <a:minorFont>
        <a:latin typeface="Times New Roman"/>
        <a:ea typeface="맑은 고딕"/>
        <a:cs typeface=""/>
      </a:minorFont>
    </a:fontScheme>
    <a:fmtScheme name="트렉">
      <a:fillStyleLst>
        <a:solidFill>
          <a:schemeClr val="phClr"/>
        </a:solidFill>
        <a:gradFill rotWithShape="1">
          <a:gsLst>
            <a:gs pos="0">
              <a:schemeClr val="phClr">
                <a:tint val="30000"/>
                <a:satMod val="250000"/>
              </a:schemeClr>
            </a:gs>
            <a:gs pos="72000">
              <a:schemeClr val="phClr">
                <a:tint val="75000"/>
                <a:satMod val="210000"/>
              </a:schemeClr>
            </a:gs>
            <a:gs pos="100000">
              <a:schemeClr val="phClr">
                <a:tint val="85000"/>
                <a:satMod val="210000"/>
              </a:schemeClr>
            </a:gs>
          </a:gsLst>
          <a:lin ang="5400000" scaled="1"/>
        </a:gradFill>
        <a:gradFill rotWithShape="1">
          <a:gsLst>
            <a:gs pos="0">
              <a:schemeClr val="phClr">
                <a:tint val="75000"/>
                <a:shade val="85000"/>
                <a:satMod val="230000"/>
              </a:schemeClr>
            </a:gs>
            <a:gs pos="25000">
              <a:schemeClr val="phClr">
                <a:tint val="90000"/>
                <a:shade val="70000"/>
                <a:satMod val="220000"/>
              </a:schemeClr>
            </a:gs>
            <a:gs pos="50000">
              <a:schemeClr val="phClr">
                <a:tint val="90000"/>
                <a:shade val="58000"/>
                <a:satMod val="225000"/>
              </a:schemeClr>
            </a:gs>
            <a:gs pos="65000">
              <a:schemeClr val="phClr">
                <a:tint val="90000"/>
                <a:shade val="58000"/>
                <a:satMod val="225000"/>
              </a:schemeClr>
            </a:gs>
            <a:gs pos="80000">
              <a:schemeClr val="phClr">
                <a:tint val="90000"/>
                <a:shade val="69000"/>
                <a:satMod val="220000"/>
              </a:schemeClr>
            </a:gs>
            <a:gs pos="100000">
              <a:schemeClr val="phClr">
                <a:tint val="77000"/>
                <a:shade val="80000"/>
                <a:satMod val="230000"/>
              </a:schemeClr>
            </a:gs>
          </a:gsLst>
          <a:lin ang="5400000" scaled="1"/>
        </a:gradFill>
      </a:fillStyleLst>
      <a:lnStyleLst>
        <a:ln w="100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st="50800" dir="5400000" rotWithShape="0">
              <a:srgbClr val="4E3B30">
                <a:alpha val="60000"/>
              </a:srgbClr>
            </a:outerShdw>
          </a:effectLst>
        </a:effectStyle>
        <a:effectStyle>
          <a:effectLst>
            <a:outerShdw blurRad="76200" dist="50800" dir="5400000" rotWithShape="0">
              <a:srgbClr val="4E3B30">
                <a:alpha val="60000"/>
              </a:srgbClr>
            </a:outerShdw>
          </a:effectLst>
          <a:scene3d>
            <a:camera prst="orthographicFront">
              <a:rot lat="0" lon="0" rev="0"/>
            </a:camera>
            <a:lightRig rig="threePt" dir="tl">
              <a:rot lat="0" lon="0" rev="0"/>
            </a:lightRig>
          </a:scene3d>
          <a:sp3d prstMaterial="metal">
            <a:bevelT w="10000" h="10000"/>
          </a:sp3d>
        </a:effectStyle>
        <a:effectStyle>
          <a:effectLst>
            <a:outerShdw blurRad="76200" dist="50800" dir="5400000" rotWithShape="0">
              <a:srgbClr val="4E3B30">
                <a:alpha val="60000"/>
              </a:srgbClr>
            </a:outerShdw>
          </a:effectLst>
          <a:scene3d>
            <a:camera prst="obliqueTopLeft" fov="600000">
              <a:rot lat="0" lon="0" rev="0"/>
            </a:camera>
            <a:lightRig rig="balanced" dir="t">
              <a:rot lat="0" lon="0" rev="19200000"/>
            </a:lightRig>
          </a:scene3d>
          <a:sp3d contourW="12700" prstMaterial="matte">
            <a:bevelT w="60000" h="50800"/>
            <a:contourClr>
              <a:schemeClr val="phClr">
                <a:shade val="60000"/>
                <a:satMod val="110000"/>
              </a:schemeClr>
            </a:contourClr>
          </a:sp3d>
        </a:effectStyle>
      </a:effectStyleLst>
      <a:bgFillStyleLst>
        <a:solidFill>
          <a:schemeClr val="phClr"/>
        </a:solidFill>
        <a:blipFill rotWithShape="1">
          <a:blip xmlns:r="http://schemas.openxmlformats.org/officeDocument/2006/relationships" r:embed="rId1">
            <a:duotone>
              <a:schemeClr val="phClr">
                <a:shade val="90000"/>
                <a:satMod val="150000"/>
              </a:schemeClr>
              <a:schemeClr val="phClr">
                <a:tint val="88000"/>
                <a:satMod val="105000"/>
              </a:schemeClr>
            </a:duotone>
          </a:blip>
          <a:tile tx="0" ty="0" sx="95000" sy="95000" flip="none" algn="t"/>
        </a:blipFill>
        <a:blipFill rotWithShape="1">
          <a:blip xmlns:r="http://schemas.openxmlformats.org/officeDocument/2006/relationships" r:embed="rId2">
            <a:duotone>
              <a:schemeClr val="phClr">
                <a:shade val="30000"/>
                <a:satMod val="455000"/>
              </a:schemeClr>
              <a:schemeClr val="phClr">
                <a:tint val="95000"/>
                <a:satMod val="120000"/>
              </a:schemeClr>
            </a:duotone>
          </a:blip>
          <a:stretch>
            <a:fillRect/>
          </a:stretch>
        </a:blipFill>
      </a:bgFillStyleLst>
    </a:fmtScheme>
  </a:themeElements>
  <a:objectDefaults/>
  <a:extraClrSchemeLst/>
</a:theme>
</file>

<file path=ppt/theme/theme3.xml><?xml version="1.0" encoding="utf-8"?>
<a:theme xmlns:a="http://schemas.openxmlformats.org/drawingml/2006/main" name="1_트렉">
  <a:themeElements>
    <a:clrScheme name="트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MMI2018">
      <a:majorFont>
        <a:latin typeface="Times New Roman"/>
        <a:ea typeface="맑은 고딕"/>
        <a:cs typeface=""/>
      </a:majorFont>
      <a:minorFont>
        <a:latin typeface="Times New Roman"/>
        <a:ea typeface="맑은 고딕"/>
        <a:cs typeface=""/>
      </a:minorFont>
    </a:fontScheme>
    <a:fmtScheme name="트렉">
      <a:fillStyleLst>
        <a:solidFill>
          <a:schemeClr val="phClr"/>
        </a:solidFill>
        <a:gradFill rotWithShape="1">
          <a:gsLst>
            <a:gs pos="0">
              <a:schemeClr val="phClr">
                <a:tint val="30000"/>
                <a:satMod val="250000"/>
              </a:schemeClr>
            </a:gs>
            <a:gs pos="72000">
              <a:schemeClr val="phClr">
                <a:tint val="75000"/>
                <a:satMod val="210000"/>
              </a:schemeClr>
            </a:gs>
            <a:gs pos="100000">
              <a:schemeClr val="phClr">
                <a:tint val="85000"/>
                <a:satMod val="210000"/>
              </a:schemeClr>
            </a:gs>
          </a:gsLst>
          <a:lin ang="5400000" scaled="1"/>
        </a:gradFill>
        <a:gradFill rotWithShape="1">
          <a:gsLst>
            <a:gs pos="0">
              <a:schemeClr val="phClr">
                <a:tint val="75000"/>
                <a:shade val="85000"/>
                <a:satMod val="230000"/>
              </a:schemeClr>
            </a:gs>
            <a:gs pos="25000">
              <a:schemeClr val="phClr">
                <a:tint val="90000"/>
                <a:shade val="70000"/>
                <a:satMod val="220000"/>
              </a:schemeClr>
            </a:gs>
            <a:gs pos="50000">
              <a:schemeClr val="phClr">
                <a:tint val="90000"/>
                <a:shade val="58000"/>
                <a:satMod val="225000"/>
              </a:schemeClr>
            </a:gs>
            <a:gs pos="65000">
              <a:schemeClr val="phClr">
                <a:tint val="90000"/>
                <a:shade val="58000"/>
                <a:satMod val="225000"/>
              </a:schemeClr>
            </a:gs>
            <a:gs pos="80000">
              <a:schemeClr val="phClr">
                <a:tint val="90000"/>
                <a:shade val="69000"/>
                <a:satMod val="220000"/>
              </a:schemeClr>
            </a:gs>
            <a:gs pos="100000">
              <a:schemeClr val="phClr">
                <a:tint val="77000"/>
                <a:shade val="80000"/>
                <a:satMod val="230000"/>
              </a:schemeClr>
            </a:gs>
          </a:gsLst>
          <a:lin ang="5400000" scaled="1"/>
        </a:gradFill>
      </a:fillStyleLst>
      <a:lnStyleLst>
        <a:ln w="100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st="50800" dir="5400000" rotWithShape="0">
              <a:srgbClr val="4E3B30">
                <a:alpha val="60000"/>
              </a:srgbClr>
            </a:outerShdw>
          </a:effectLst>
        </a:effectStyle>
        <a:effectStyle>
          <a:effectLst>
            <a:outerShdw blurRad="76200" dist="50800" dir="5400000" rotWithShape="0">
              <a:srgbClr val="4E3B30">
                <a:alpha val="60000"/>
              </a:srgbClr>
            </a:outerShdw>
          </a:effectLst>
          <a:scene3d>
            <a:camera prst="orthographicFront">
              <a:rot lat="0" lon="0" rev="0"/>
            </a:camera>
            <a:lightRig rig="threePt" dir="tl">
              <a:rot lat="0" lon="0" rev="0"/>
            </a:lightRig>
          </a:scene3d>
          <a:sp3d prstMaterial="metal">
            <a:bevelT w="10000" h="10000"/>
          </a:sp3d>
        </a:effectStyle>
        <a:effectStyle>
          <a:effectLst>
            <a:outerShdw blurRad="76200" dist="50800" dir="5400000" rotWithShape="0">
              <a:srgbClr val="4E3B30">
                <a:alpha val="60000"/>
              </a:srgbClr>
            </a:outerShdw>
          </a:effectLst>
          <a:scene3d>
            <a:camera prst="obliqueTopLeft" fov="600000">
              <a:rot lat="0" lon="0" rev="0"/>
            </a:camera>
            <a:lightRig rig="balanced" dir="t">
              <a:rot lat="0" lon="0" rev="19200000"/>
            </a:lightRig>
          </a:scene3d>
          <a:sp3d contourW="12700" prstMaterial="matte">
            <a:bevelT w="60000" h="50800"/>
            <a:contourClr>
              <a:schemeClr val="phClr">
                <a:shade val="60000"/>
                <a:satMod val="110000"/>
              </a:schemeClr>
            </a:contourClr>
          </a:sp3d>
        </a:effectStyle>
      </a:effectStyleLst>
      <a:bgFillStyleLst>
        <a:solidFill>
          <a:schemeClr val="phClr"/>
        </a:solidFill>
        <a:blipFill>
          <a:blip xmlns:r="http://schemas.openxmlformats.org/officeDocument/2006/relationships" r:embed="rId1">
            <a:duotone>
              <a:schemeClr val="phClr">
                <a:shade val="90000"/>
                <a:satMod val="150000"/>
              </a:schemeClr>
              <a:schemeClr val="phClr">
                <a:tint val="88000"/>
                <a:satMod val="105000"/>
              </a:schemeClr>
            </a:duotone>
          </a:blip>
          <a:tile tx="0" ty="0" sx="95000" sy="95000" flip="none" algn="t"/>
        </a:blipFill>
        <a:blipFill>
          <a:blip xmlns:r="http://schemas.openxmlformats.org/officeDocument/2006/relationships" r:embed="rId2">
            <a:duotone>
              <a:schemeClr val="phClr">
                <a:shade val="30000"/>
                <a:satMod val="455000"/>
              </a:schemeClr>
              <a:schemeClr val="phClr">
                <a:tint val="95000"/>
                <a:satMod val="120000"/>
              </a:schemeClr>
            </a:duotone>
          </a:blip>
          <a:stretch>
            <a:fillRect/>
          </a:stretch>
        </a:blipFill>
      </a:bgFillStyleLst>
    </a:fmtScheme>
  </a:themeElements>
  <a:objectDefaults>
    <a:spDef>
      <a:spPr>
        <a:noFill/>
        <a:ln>
          <a:solidFill>
            <a:schemeClr val="tx1"/>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4.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65567</TotalTime>
  <Words>3367</Words>
  <Application>Microsoft Macintosh PowerPoint</Application>
  <PresentationFormat>화면 슬라이드 쇼(4:3)</PresentationFormat>
  <Paragraphs>557</Paragraphs>
  <Slides>43</Slides>
  <Notes>43</Notes>
  <HiddenSlides>0</HiddenSlides>
  <MMClips>0</MMClips>
  <ScaleCrop>false</ScaleCrop>
  <HeadingPairs>
    <vt:vector size="6" baseType="variant">
      <vt:variant>
        <vt:lpstr>사용한 글꼴</vt:lpstr>
      </vt:variant>
      <vt:variant>
        <vt:i4>10</vt:i4>
      </vt:variant>
      <vt:variant>
        <vt:lpstr>테마</vt:lpstr>
      </vt:variant>
      <vt:variant>
        <vt:i4>3</vt:i4>
      </vt:variant>
      <vt:variant>
        <vt:lpstr>슬라이드 제목</vt:lpstr>
      </vt:variant>
      <vt:variant>
        <vt:i4>43</vt:i4>
      </vt:variant>
    </vt:vector>
  </HeadingPairs>
  <TitlesOfParts>
    <vt:vector size="56" baseType="lpstr">
      <vt:lpstr>맑은 고딕</vt:lpstr>
      <vt:lpstr>sohne</vt:lpstr>
      <vt:lpstr>Arial</vt:lpstr>
      <vt:lpstr>Calibri</vt:lpstr>
      <vt:lpstr>Charter</vt:lpstr>
      <vt:lpstr>Helvetica</vt:lpstr>
      <vt:lpstr>Times New Roman</vt:lpstr>
      <vt:lpstr>Ubuntu Condensed</vt:lpstr>
      <vt:lpstr>Wingdings</vt:lpstr>
      <vt:lpstr>Wingdings 2</vt:lpstr>
      <vt:lpstr>2_트렉</vt:lpstr>
      <vt:lpstr>3_트렉</vt:lpstr>
      <vt:lpstr>1_트렉</vt:lpstr>
      <vt:lpstr>Recap</vt:lpstr>
      <vt:lpstr>Seq2Seq[1]</vt:lpstr>
      <vt:lpstr>Seq2Seq[1]</vt:lpstr>
      <vt:lpstr>Attention mechanism[2],[3]</vt:lpstr>
      <vt:lpstr>Attention mechanism[2],[3]</vt:lpstr>
      <vt:lpstr>Transformer[4]</vt:lpstr>
      <vt:lpstr>Transformer[4]</vt:lpstr>
      <vt:lpstr>Transformer[4]</vt:lpstr>
      <vt:lpstr>Transformer[4]</vt:lpstr>
      <vt:lpstr>Transformer[4]</vt:lpstr>
      <vt:lpstr>Transformer[4]</vt:lpstr>
      <vt:lpstr>Transformer[4]</vt:lpstr>
      <vt:lpstr>Transformer[4]</vt:lpstr>
      <vt:lpstr>Transformer[4]</vt:lpstr>
      <vt:lpstr>Transformer[4]</vt:lpstr>
      <vt:lpstr>Transformer[4]</vt:lpstr>
      <vt:lpstr>Transformer[4]</vt:lpstr>
      <vt:lpstr>Transformer[4]</vt:lpstr>
      <vt:lpstr>Transformer[4]</vt:lpstr>
      <vt:lpstr>Transformer[4]</vt:lpstr>
      <vt:lpstr>Transformer[4]</vt:lpstr>
      <vt:lpstr>Word2Vec[5]</vt:lpstr>
      <vt:lpstr>Word2Vec[5]</vt:lpstr>
      <vt:lpstr>Importance of context</vt:lpstr>
      <vt:lpstr>ELMo</vt:lpstr>
      <vt:lpstr>ELMo</vt:lpstr>
      <vt:lpstr>ELMo</vt:lpstr>
      <vt:lpstr>ELMo</vt:lpstr>
      <vt:lpstr>BERT[7]</vt:lpstr>
      <vt:lpstr>BERT[7]</vt:lpstr>
      <vt:lpstr>BERT[7]</vt:lpstr>
      <vt:lpstr>BERT[7]</vt:lpstr>
      <vt:lpstr>BERT[7]</vt:lpstr>
      <vt:lpstr>ViT[8]</vt:lpstr>
      <vt:lpstr>MAE[9]</vt:lpstr>
      <vt:lpstr>MAE[9]</vt:lpstr>
      <vt:lpstr>MAE[9]</vt:lpstr>
      <vt:lpstr>MAE[9]</vt:lpstr>
      <vt:lpstr>MAE[9]</vt:lpstr>
      <vt:lpstr>MAE[9]</vt:lpstr>
      <vt:lpstr>MAE[9]</vt:lpstr>
      <vt:lpstr>Conclusion</vt:lpstr>
      <vt:lpstr>Next week</vt:lpstr>
    </vt:vector>
  </TitlesOfParts>
  <Company>R&amp;D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슬라이드 1</dc:title>
  <dc:creator>Microsoft Corporation</dc:creator>
  <cp:lastModifiedBy>성수 김</cp:lastModifiedBy>
  <cp:revision>3043</cp:revision>
  <cp:lastPrinted>2021-09-01T05:06:46Z</cp:lastPrinted>
  <dcterms:created xsi:type="dcterms:W3CDTF">2006-10-05T04:04:58Z</dcterms:created>
  <dcterms:modified xsi:type="dcterms:W3CDTF">2026-04-29T00:39:43Z</dcterms:modified>
</cp:coreProperties>
</file>